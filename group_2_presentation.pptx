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7" r:id="rId1"/>
  </p:sldMasterIdLst>
  <p:sldIdLst>
    <p:sldId id="256" r:id="rId2"/>
    <p:sldId id="257" r:id="rId3"/>
    <p:sldId id="258" r:id="rId4"/>
    <p:sldId id="259" r:id="rId5"/>
    <p:sldId id="260" r:id="rId6"/>
    <p:sldId id="261" r:id="rId7"/>
    <p:sldId id="262" r:id="rId8"/>
    <p:sldId id="263" r:id="rId9"/>
    <p:sldId id="269" r:id="rId10"/>
    <p:sldId id="265"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69B344-BE14-8A4A-97F1-D6F8F27318F9}" v="991" dt="2026-05-06T17:58:23.438"/>
    <p1510:client id="{5B14B9B6-DDD4-664E-13B6-BDDB08C22D43}" v="1920" dt="2026-05-06T17:46:42.450"/>
    <p1510:client id="{701AE3A3-CBF4-2944-8505-39DAFFF11F74}" v="68" dt="2026-05-05T22:38:45.1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lderas, Servando" userId="20745423-b8b8-4ed0-a995-0600a0484d38" providerId="ADAL" clId="{718D87BC-1083-56DF-BF97-03D1C88102A1}"/>
    <pc:docChg chg="custSel modSld">
      <pc:chgData name="Balderas, Servando" userId="20745423-b8b8-4ed0-a995-0600a0484d38" providerId="ADAL" clId="{718D87BC-1083-56DF-BF97-03D1C88102A1}" dt="2026-05-06T17:58:23.438" v="991" actId="20577"/>
      <pc:docMkLst>
        <pc:docMk/>
      </pc:docMkLst>
      <pc:sldChg chg="addSp delSp modSp mod">
        <pc:chgData name="Balderas, Servando" userId="20745423-b8b8-4ed0-a995-0600a0484d38" providerId="ADAL" clId="{718D87BC-1083-56DF-BF97-03D1C88102A1}" dt="2026-05-06T17:58:23.438" v="991" actId="20577"/>
        <pc:sldMkLst>
          <pc:docMk/>
          <pc:sldMk cId="2503924371" sldId="263"/>
        </pc:sldMkLst>
        <pc:spChg chg="mod">
          <ac:chgData name="Balderas, Servando" userId="20745423-b8b8-4ed0-a995-0600a0484d38" providerId="ADAL" clId="{718D87BC-1083-56DF-BF97-03D1C88102A1}" dt="2026-05-06T17:38:10.703" v="304" actId="20577"/>
          <ac:spMkLst>
            <pc:docMk/>
            <pc:sldMk cId="2503924371" sldId="263"/>
            <ac:spMk id="2" creationId="{FE4D13DB-860B-856C-27E8-65E87C508BFA}"/>
          </ac:spMkLst>
        </pc:spChg>
        <pc:spChg chg="del">
          <ac:chgData name="Balderas, Servando" userId="20745423-b8b8-4ed0-a995-0600a0484d38" providerId="ADAL" clId="{718D87BC-1083-56DF-BF97-03D1C88102A1}" dt="2026-05-06T17:34:18.791" v="169" actId="931"/>
          <ac:spMkLst>
            <pc:docMk/>
            <pc:sldMk cId="2503924371" sldId="263"/>
            <ac:spMk id="3" creationId="{DD832CCD-8211-CAD8-AE52-A77CAAF4040D}"/>
          </ac:spMkLst>
        </pc:spChg>
        <pc:spChg chg="add del mod">
          <ac:chgData name="Balderas, Servando" userId="20745423-b8b8-4ed0-a995-0600a0484d38" providerId="ADAL" clId="{718D87BC-1083-56DF-BF97-03D1C88102A1}" dt="2026-05-06T17:47:34.075" v="388" actId="478"/>
          <ac:spMkLst>
            <pc:docMk/>
            <pc:sldMk cId="2503924371" sldId="263"/>
            <ac:spMk id="6" creationId="{68726AAC-7702-F9FB-2EE8-C2B75EFB1AA9}"/>
          </ac:spMkLst>
        </pc:spChg>
        <pc:spChg chg="add del mod">
          <ac:chgData name="Balderas, Servando" userId="20745423-b8b8-4ed0-a995-0600a0484d38" providerId="ADAL" clId="{718D87BC-1083-56DF-BF97-03D1C88102A1}" dt="2026-05-06T17:47:15.351" v="382"/>
          <ac:spMkLst>
            <pc:docMk/>
            <pc:sldMk cId="2503924371" sldId="263"/>
            <ac:spMk id="7" creationId="{090FCDEA-A28D-918E-B230-F2216D4351AE}"/>
          </ac:spMkLst>
        </pc:spChg>
        <pc:spChg chg="add mod">
          <ac:chgData name="Balderas, Servando" userId="20745423-b8b8-4ed0-a995-0600a0484d38" providerId="ADAL" clId="{718D87BC-1083-56DF-BF97-03D1C88102A1}" dt="2026-05-06T17:58:23.438" v="991" actId="20577"/>
          <ac:spMkLst>
            <pc:docMk/>
            <pc:sldMk cId="2503924371" sldId="263"/>
            <ac:spMk id="10" creationId="{97FC0924-495E-D061-03B0-699D61A75254}"/>
          </ac:spMkLst>
        </pc:spChg>
        <pc:picChg chg="add del mod ord">
          <ac:chgData name="Balderas, Servando" userId="20745423-b8b8-4ed0-a995-0600a0484d38" providerId="ADAL" clId="{718D87BC-1083-56DF-BF97-03D1C88102A1}" dt="2026-05-06T17:47:15.059" v="380" actId="21"/>
          <ac:picMkLst>
            <pc:docMk/>
            <pc:sldMk cId="2503924371" sldId="263"/>
            <ac:picMk id="5" creationId="{2AAE419F-E4A9-9E2F-3D6F-6526C4962261}"/>
          </ac:picMkLst>
        </pc:picChg>
        <pc:picChg chg="add mod">
          <ac:chgData name="Balderas, Servando" userId="20745423-b8b8-4ed0-a995-0600a0484d38" providerId="ADAL" clId="{718D87BC-1083-56DF-BF97-03D1C88102A1}" dt="2026-05-06T17:50:05.733" v="401" actId="1076"/>
          <ac:picMkLst>
            <pc:docMk/>
            <pc:sldMk cId="2503924371" sldId="263"/>
            <ac:picMk id="8" creationId="{FA3C1DCD-BD39-935E-2BF3-8D2E4F4477EE}"/>
          </ac:picMkLst>
        </pc:picChg>
        <pc:picChg chg="add mod">
          <ac:chgData name="Balderas, Servando" userId="20745423-b8b8-4ed0-a995-0600a0484d38" providerId="ADAL" clId="{718D87BC-1083-56DF-BF97-03D1C88102A1}" dt="2026-05-06T17:50:00.804" v="400" actId="1076"/>
          <ac:picMkLst>
            <pc:docMk/>
            <pc:sldMk cId="2503924371" sldId="263"/>
            <ac:picMk id="11" creationId="{051B3E9E-8A20-8F04-DC10-4486C4902548}"/>
          </ac:picMkLst>
        </pc:picChg>
      </pc:sldChg>
      <pc:sldChg chg="mod modShow">
        <pc:chgData name="Balderas, Servando" userId="20745423-b8b8-4ed0-a995-0600a0484d38" providerId="ADAL" clId="{718D87BC-1083-56DF-BF97-03D1C88102A1}" dt="2026-05-06T17:24:43.524" v="168" actId="729"/>
        <pc:sldMkLst>
          <pc:docMk/>
          <pc:sldMk cId="975747832" sldId="264"/>
        </pc:sldMkLst>
      </pc:sldChg>
      <pc:sldChg chg="modSp mod">
        <pc:chgData name="Balderas, Servando" userId="20745423-b8b8-4ed0-a995-0600a0484d38" providerId="ADAL" clId="{718D87BC-1083-56DF-BF97-03D1C88102A1}" dt="2026-05-06T17:20:49.432" v="167" actId="20577"/>
        <pc:sldMkLst>
          <pc:docMk/>
          <pc:sldMk cId="1708776046" sldId="266"/>
        </pc:sldMkLst>
        <pc:spChg chg="mod">
          <ac:chgData name="Balderas, Servando" userId="20745423-b8b8-4ed0-a995-0600a0484d38" providerId="ADAL" clId="{718D87BC-1083-56DF-BF97-03D1C88102A1}" dt="2026-05-06T17:20:49.432" v="167" actId="20577"/>
          <ac:spMkLst>
            <pc:docMk/>
            <pc:sldMk cId="1708776046" sldId="266"/>
            <ac:spMk id="3" creationId="{75508300-42EC-FFC4-9480-8090D5C05665}"/>
          </ac:spMkLst>
        </pc:spChg>
      </pc:sldChg>
    </pc:docChg>
  </pc:docChgLst>
  <pc:docChgLst>
    <pc:chgData name="Balderas, Servando" userId="20745423-b8b8-4ed0-a995-0600a0484d38" providerId="ADAL" clId="{A02F0F0B-6D96-57D5-946D-307E4490CF0E}"/>
    <pc:docChg chg="undo custSel modSld modMainMaster">
      <pc:chgData name="Balderas, Servando" userId="20745423-b8b8-4ed0-a995-0600a0484d38" providerId="ADAL" clId="{A02F0F0B-6D96-57D5-946D-307E4490CF0E}" dt="2026-05-06T01:19:31.322" v="3060" actId="20577"/>
      <pc:docMkLst>
        <pc:docMk/>
      </pc:docMkLst>
      <pc:sldChg chg="modSp mod setBg">
        <pc:chgData name="Balderas, Servando" userId="20745423-b8b8-4ed0-a995-0600a0484d38" providerId="ADAL" clId="{A02F0F0B-6D96-57D5-946D-307E4490CF0E}" dt="2026-05-04T03:55:30.646" v="358"/>
        <pc:sldMkLst>
          <pc:docMk/>
          <pc:sldMk cId="575105314" sldId="256"/>
        </pc:sldMkLst>
        <pc:spChg chg="mod">
          <ac:chgData name="Balderas, Servando" userId="20745423-b8b8-4ed0-a995-0600a0484d38" providerId="ADAL" clId="{A02F0F0B-6D96-57D5-946D-307E4490CF0E}" dt="2026-05-04T03:52:14.961" v="303" actId="20577"/>
          <ac:spMkLst>
            <pc:docMk/>
            <pc:sldMk cId="575105314" sldId="256"/>
            <ac:spMk id="2" creationId="{525AE5BA-06C8-BEF8-A89F-C4F0F21A085E}"/>
          </ac:spMkLst>
        </pc:spChg>
        <pc:spChg chg="mod">
          <ac:chgData name="Balderas, Servando" userId="20745423-b8b8-4ed0-a995-0600a0484d38" providerId="ADAL" clId="{A02F0F0B-6D96-57D5-946D-307E4490CF0E}" dt="2026-05-04T03:49:03.938" v="165" actId="1076"/>
          <ac:spMkLst>
            <pc:docMk/>
            <pc:sldMk cId="575105314" sldId="256"/>
            <ac:spMk id="3" creationId="{039B94A8-F7A9-3C95-A676-5C505034B1D6}"/>
          </ac:spMkLst>
        </pc:spChg>
      </pc:sldChg>
      <pc:sldChg chg="modSp mod">
        <pc:chgData name="Balderas, Servando" userId="20745423-b8b8-4ed0-a995-0600a0484d38" providerId="ADAL" clId="{A02F0F0B-6D96-57D5-946D-307E4490CF0E}" dt="2026-05-05T22:46:12.922" v="2606" actId="20577"/>
        <pc:sldMkLst>
          <pc:docMk/>
          <pc:sldMk cId="3703422850" sldId="257"/>
        </pc:sldMkLst>
        <pc:spChg chg="mod">
          <ac:chgData name="Balderas, Servando" userId="20745423-b8b8-4ed0-a995-0600a0484d38" providerId="ADAL" clId="{A02F0F0B-6D96-57D5-946D-307E4490CF0E}" dt="2026-05-04T03:52:41.230" v="316" actId="20577"/>
          <ac:spMkLst>
            <pc:docMk/>
            <pc:sldMk cId="3703422850" sldId="257"/>
            <ac:spMk id="2" creationId="{F7885498-A6F6-03FF-248A-21FCBD3923E3}"/>
          </ac:spMkLst>
        </pc:spChg>
        <pc:spChg chg="mod">
          <ac:chgData name="Balderas, Servando" userId="20745423-b8b8-4ed0-a995-0600a0484d38" providerId="ADAL" clId="{A02F0F0B-6D96-57D5-946D-307E4490CF0E}" dt="2026-05-05T22:46:12.922" v="2606" actId="20577"/>
          <ac:spMkLst>
            <pc:docMk/>
            <pc:sldMk cId="3703422850" sldId="257"/>
            <ac:spMk id="3" creationId="{D46F13FC-9D43-3572-3222-E768C9E47AC7}"/>
          </ac:spMkLst>
        </pc:spChg>
      </pc:sldChg>
      <pc:sldChg chg="addSp delSp modSp mod">
        <pc:chgData name="Balderas, Servando" userId="20745423-b8b8-4ed0-a995-0600a0484d38" providerId="ADAL" clId="{A02F0F0B-6D96-57D5-946D-307E4490CF0E}" dt="2026-05-05T22:51:29.032" v="3020" actId="20577"/>
        <pc:sldMkLst>
          <pc:docMk/>
          <pc:sldMk cId="716633769" sldId="258"/>
        </pc:sldMkLst>
        <pc:spChg chg="mod">
          <ac:chgData name="Balderas, Servando" userId="20745423-b8b8-4ed0-a995-0600a0484d38" providerId="ADAL" clId="{A02F0F0B-6D96-57D5-946D-307E4490CF0E}" dt="2026-05-05T22:32:34.340" v="2192" actId="20577"/>
          <ac:spMkLst>
            <pc:docMk/>
            <pc:sldMk cId="716633769" sldId="258"/>
            <ac:spMk id="2" creationId="{768A35DF-8454-7D17-E8CD-E6B08B5E92E6}"/>
          </ac:spMkLst>
        </pc:spChg>
        <pc:spChg chg="add mod">
          <ac:chgData name="Balderas, Servando" userId="20745423-b8b8-4ed0-a995-0600a0484d38" providerId="ADAL" clId="{A02F0F0B-6D96-57D5-946D-307E4490CF0E}" dt="2026-05-05T22:51:29.032" v="3020" actId="20577"/>
          <ac:spMkLst>
            <pc:docMk/>
            <pc:sldMk cId="716633769" sldId="258"/>
            <ac:spMk id="5" creationId="{3717A09E-86A7-6D28-C48C-1466DD4BDE5C}"/>
          </ac:spMkLst>
        </pc:spChg>
        <pc:spChg chg="add mod">
          <ac:chgData name="Balderas, Servando" userId="20745423-b8b8-4ed0-a995-0600a0484d38" providerId="ADAL" clId="{A02F0F0B-6D96-57D5-946D-307E4490CF0E}" dt="2026-05-05T22:34:22.699" v="2205" actId="1076"/>
          <ac:spMkLst>
            <pc:docMk/>
            <pc:sldMk cId="716633769" sldId="258"/>
            <ac:spMk id="6" creationId="{8F68B547-3D52-3350-DB14-33B560FFAE3A}"/>
          </ac:spMkLst>
        </pc:spChg>
        <pc:spChg chg="add del mod">
          <ac:chgData name="Balderas, Servando" userId="20745423-b8b8-4ed0-a995-0600a0484d38" providerId="ADAL" clId="{A02F0F0B-6D96-57D5-946D-307E4490CF0E}" dt="2026-05-05T22:28:04.873" v="2163"/>
          <ac:spMkLst>
            <pc:docMk/>
            <pc:sldMk cId="716633769" sldId="258"/>
            <ac:spMk id="9" creationId="{7E0FF600-A974-539F-0C1F-0132A806FCB9}"/>
          </ac:spMkLst>
        </pc:spChg>
        <pc:spChg chg="add del mod">
          <ac:chgData name="Balderas, Servando" userId="20745423-b8b8-4ed0-a995-0600a0484d38" providerId="ADAL" clId="{A02F0F0B-6D96-57D5-946D-307E4490CF0E}" dt="2026-05-05T22:37:59.965" v="2220" actId="21"/>
          <ac:spMkLst>
            <pc:docMk/>
            <pc:sldMk cId="716633769" sldId="258"/>
            <ac:spMk id="11" creationId="{658EA888-226F-12D5-8078-235AF1D43486}"/>
          </ac:spMkLst>
        </pc:spChg>
        <pc:spChg chg="add del mod">
          <ac:chgData name="Balderas, Servando" userId="20745423-b8b8-4ed0-a995-0600a0484d38" providerId="ADAL" clId="{A02F0F0B-6D96-57D5-946D-307E4490CF0E}" dt="2026-05-05T22:37:57.605" v="2219" actId="21"/>
          <ac:spMkLst>
            <pc:docMk/>
            <pc:sldMk cId="716633769" sldId="258"/>
            <ac:spMk id="12" creationId="{23455C4F-6648-536A-712E-67A0E584BD6A}"/>
          </ac:spMkLst>
        </pc:spChg>
        <pc:spChg chg="add del mod">
          <ac:chgData name="Balderas, Servando" userId="20745423-b8b8-4ed0-a995-0600a0484d38" providerId="ADAL" clId="{A02F0F0B-6D96-57D5-946D-307E4490CF0E}" dt="2026-05-05T22:38:48.904" v="2236" actId="11529"/>
          <ac:spMkLst>
            <pc:docMk/>
            <pc:sldMk cId="716633769" sldId="258"/>
            <ac:spMk id="13" creationId="{74F37287-5A16-0719-470A-343821C99F2E}"/>
          </ac:spMkLst>
        </pc:spChg>
        <pc:picChg chg="add del mod">
          <ac:chgData name="Balderas, Servando" userId="20745423-b8b8-4ed0-a995-0600a0484d38" providerId="ADAL" clId="{A02F0F0B-6D96-57D5-946D-307E4490CF0E}" dt="2026-05-05T22:26:45.732" v="2145" actId="21"/>
          <ac:picMkLst>
            <pc:docMk/>
            <pc:sldMk cId="716633769" sldId="258"/>
            <ac:picMk id="4" creationId="{EBEA7C80-3748-99D4-B0C9-49E5F7BD6ED8}"/>
          </ac:picMkLst>
        </pc:picChg>
        <pc:picChg chg="add mod">
          <ac:chgData name="Balderas, Servando" userId="20745423-b8b8-4ed0-a995-0600a0484d38" providerId="ADAL" clId="{A02F0F0B-6D96-57D5-946D-307E4490CF0E}" dt="2026-05-05T22:38:45.182" v="2229" actId="1076"/>
          <ac:picMkLst>
            <pc:docMk/>
            <pc:sldMk cId="716633769" sldId="258"/>
            <ac:picMk id="1026" creationId="{5CC32B53-05E9-9621-09B6-FB4E83065531}"/>
          </ac:picMkLst>
        </pc:picChg>
        <pc:inkChg chg="add del">
          <ac:chgData name="Balderas, Servando" userId="20745423-b8b8-4ed0-a995-0600a0484d38" providerId="ADAL" clId="{A02F0F0B-6D96-57D5-946D-307E4490CF0E}" dt="2026-05-05T22:36:56.645" v="2210"/>
          <ac:inkMkLst>
            <pc:docMk/>
            <pc:sldMk cId="716633769" sldId="258"/>
            <ac:inkMk id="7" creationId="{A930B83E-CF3A-1D46-B869-359E561F6821}"/>
          </ac:inkMkLst>
        </pc:inkChg>
        <pc:inkChg chg="add del">
          <ac:chgData name="Balderas, Servando" userId="20745423-b8b8-4ed0-a995-0600a0484d38" providerId="ADAL" clId="{A02F0F0B-6D96-57D5-946D-307E4490CF0E}" dt="2026-05-05T22:36:57.427" v="2211"/>
          <ac:inkMkLst>
            <pc:docMk/>
            <pc:sldMk cId="716633769" sldId="258"/>
            <ac:inkMk id="8" creationId="{20DA4343-E7CB-96F3-D847-BAF18B3BFFD0}"/>
          </ac:inkMkLst>
        </pc:inkChg>
        <pc:inkChg chg="add del">
          <ac:chgData name="Balderas, Servando" userId="20745423-b8b8-4ed0-a995-0600a0484d38" providerId="ADAL" clId="{A02F0F0B-6D96-57D5-946D-307E4490CF0E}" dt="2026-05-05T22:36:33.109" v="2209" actId="9405"/>
          <ac:inkMkLst>
            <pc:docMk/>
            <pc:sldMk cId="716633769" sldId="258"/>
            <ac:inkMk id="10" creationId="{3BB4550D-8B18-1632-A083-9D1B60005D77}"/>
          </ac:inkMkLst>
        </pc:inkChg>
        <pc:inkChg chg="add del">
          <ac:chgData name="Balderas, Servando" userId="20745423-b8b8-4ed0-a995-0600a0484d38" providerId="ADAL" clId="{A02F0F0B-6D96-57D5-946D-307E4490CF0E}" dt="2026-05-05T22:39:11.269" v="2240" actId="9405"/>
          <ac:inkMkLst>
            <pc:docMk/>
            <pc:sldMk cId="716633769" sldId="258"/>
            <ac:inkMk id="14" creationId="{FDE33A28-DCD7-B88E-CDA7-9AD2C4FA9E88}"/>
          </ac:inkMkLst>
        </pc:inkChg>
        <pc:inkChg chg="add del">
          <ac:chgData name="Balderas, Servando" userId="20745423-b8b8-4ed0-a995-0600a0484d38" providerId="ADAL" clId="{A02F0F0B-6D96-57D5-946D-307E4490CF0E}" dt="2026-05-05T22:39:10.788" v="2239" actId="9405"/>
          <ac:inkMkLst>
            <pc:docMk/>
            <pc:sldMk cId="716633769" sldId="258"/>
            <ac:inkMk id="15" creationId="{3EA8B42C-E672-52E1-36C0-C26FA385B063}"/>
          </ac:inkMkLst>
        </pc:inkChg>
        <pc:inkChg chg="add del">
          <ac:chgData name="Balderas, Servando" userId="20745423-b8b8-4ed0-a995-0600a0484d38" providerId="ADAL" clId="{A02F0F0B-6D96-57D5-946D-307E4490CF0E}" dt="2026-05-05T22:39:18.136" v="2242" actId="9405"/>
          <ac:inkMkLst>
            <pc:docMk/>
            <pc:sldMk cId="716633769" sldId="258"/>
            <ac:inkMk id="16" creationId="{4A3F3019-C6C7-6DF2-44D6-1F318D76B16E}"/>
          </ac:inkMkLst>
        </pc:inkChg>
        <pc:inkChg chg="add del">
          <ac:chgData name="Balderas, Servando" userId="20745423-b8b8-4ed0-a995-0600a0484d38" providerId="ADAL" clId="{A02F0F0B-6D96-57D5-946D-307E4490CF0E}" dt="2026-05-05T22:39:22.691" v="2244" actId="9405"/>
          <ac:inkMkLst>
            <pc:docMk/>
            <pc:sldMk cId="716633769" sldId="258"/>
            <ac:inkMk id="17" creationId="{8266500C-6BFB-35B9-1A0D-B86FEDF5EAA7}"/>
          </ac:inkMkLst>
        </pc:inkChg>
        <pc:inkChg chg="add del">
          <ac:chgData name="Balderas, Servando" userId="20745423-b8b8-4ed0-a995-0600a0484d38" providerId="ADAL" clId="{A02F0F0B-6D96-57D5-946D-307E4490CF0E}" dt="2026-05-05T22:44:26.681" v="2523" actId="9405"/>
          <ac:inkMkLst>
            <pc:docMk/>
            <pc:sldMk cId="716633769" sldId="258"/>
            <ac:inkMk id="18" creationId="{BC82A8D1-3A77-8060-1221-B1B9CA44EB43}"/>
          </ac:inkMkLst>
        </pc:inkChg>
        <pc:inkChg chg="add del">
          <ac:chgData name="Balderas, Servando" userId="20745423-b8b8-4ed0-a995-0600a0484d38" providerId="ADAL" clId="{A02F0F0B-6D96-57D5-946D-307E4490CF0E}" dt="2026-05-05T22:44:26.496" v="2522" actId="9405"/>
          <ac:inkMkLst>
            <pc:docMk/>
            <pc:sldMk cId="716633769" sldId="258"/>
            <ac:inkMk id="19" creationId="{D56F849C-C1EE-7D4B-9796-C14FB47D6686}"/>
          </ac:inkMkLst>
        </pc:inkChg>
        <pc:inkChg chg="add del">
          <ac:chgData name="Balderas, Servando" userId="20745423-b8b8-4ed0-a995-0600a0484d38" providerId="ADAL" clId="{A02F0F0B-6D96-57D5-946D-307E4490CF0E}" dt="2026-05-05T22:44:49.912" v="2533" actId="9405"/>
          <ac:inkMkLst>
            <pc:docMk/>
            <pc:sldMk cId="716633769" sldId="258"/>
            <ac:inkMk id="20" creationId="{23E9736C-3238-6274-6927-DCA1BC118DB5}"/>
          </ac:inkMkLst>
        </pc:inkChg>
        <pc:inkChg chg="add del">
          <ac:chgData name="Balderas, Servando" userId="20745423-b8b8-4ed0-a995-0600a0484d38" providerId="ADAL" clId="{A02F0F0B-6D96-57D5-946D-307E4490CF0E}" dt="2026-05-05T22:44:49.362" v="2532" actId="9405"/>
          <ac:inkMkLst>
            <pc:docMk/>
            <pc:sldMk cId="716633769" sldId="258"/>
            <ac:inkMk id="21" creationId="{AA985478-408C-CAC4-BB85-6E00B07F939B}"/>
          </ac:inkMkLst>
        </pc:inkChg>
        <pc:inkChg chg="add del">
          <ac:chgData name="Balderas, Servando" userId="20745423-b8b8-4ed0-a995-0600a0484d38" providerId="ADAL" clId="{A02F0F0B-6D96-57D5-946D-307E4490CF0E}" dt="2026-05-05T22:44:38.134" v="2527" actId="9405"/>
          <ac:inkMkLst>
            <pc:docMk/>
            <pc:sldMk cId="716633769" sldId="258"/>
            <ac:inkMk id="22" creationId="{01A7D349-58F0-F8AA-F7BA-6061459E1375}"/>
          </ac:inkMkLst>
        </pc:inkChg>
        <pc:inkChg chg="add del">
          <ac:chgData name="Balderas, Servando" userId="20745423-b8b8-4ed0-a995-0600a0484d38" providerId="ADAL" clId="{A02F0F0B-6D96-57D5-946D-307E4490CF0E}" dt="2026-05-05T22:44:49.109" v="2531" actId="9405"/>
          <ac:inkMkLst>
            <pc:docMk/>
            <pc:sldMk cId="716633769" sldId="258"/>
            <ac:inkMk id="23" creationId="{39E28B5F-E8E7-4AB3-A24B-A10386D10773}"/>
          </ac:inkMkLst>
        </pc:inkChg>
        <pc:inkChg chg="add del">
          <ac:chgData name="Balderas, Servando" userId="20745423-b8b8-4ed0-a995-0600a0484d38" providerId="ADAL" clId="{A02F0F0B-6D96-57D5-946D-307E4490CF0E}" dt="2026-05-05T22:44:48.952" v="2530" actId="9405"/>
          <ac:inkMkLst>
            <pc:docMk/>
            <pc:sldMk cId="716633769" sldId="258"/>
            <ac:inkMk id="24" creationId="{0208858D-6232-7917-B25E-0D1B3AB02250}"/>
          </ac:inkMkLst>
        </pc:inkChg>
        <pc:inkChg chg="add">
          <ac:chgData name="Balderas, Servando" userId="20745423-b8b8-4ed0-a995-0600a0484d38" providerId="ADAL" clId="{A02F0F0B-6D96-57D5-946D-307E4490CF0E}" dt="2026-05-05T22:44:52.837" v="2534" actId="9405"/>
          <ac:inkMkLst>
            <pc:docMk/>
            <pc:sldMk cId="716633769" sldId="258"/>
            <ac:inkMk id="25" creationId="{56654363-48CF-524C-585E-B85DF6E76BB7}"/>
          </ac:inkMkLst>
        </pc:inkChg>
      </pc:sldChg>
      <pc:sldChg chg="addSp delSp modSp mod">
        <pc:chgData name="Balderas, Servando" userId="20745423-b8b8-4ed0-a995-0600a0484d38" providerId="ADAL" clId="{A02F0F0B-6D96-57D5-946D-307E4490CF0E}" dt="2026-05-05T22:47:53.951" v="2673" actId="20577"/>
        <pc:sldMkLst>
          <pc:docMk/>
          <pc:sldMk cId="414127132" sldId="259"/>
        </pc:sldMkLst>
        <pc:spChg chg="mod">
          <ac:chgData name="Balderas, Servando" userId="20745423-b8b8-4ed0-a995-0600a0484d38" providerId="ADAL" clId="{A02F0F0B-6D96-57D5-946D-307E4490CF0E}" dt="2026-05-04T03:49:37.973" v="183"/>
          <ac:spMkLst>
            <pc:docMk/>
            <pc:sldMk cId="414127132" sldId="259"/>
            <ac:spMk id="2" creationId="{093F20FB-A953-7E8D-AEF0-2C259E5EA283}"/>
          </ac:spMkLst>
        </pc:spChg>
        <pc:spChg chg="add mod">
          <ac:chgData name="Balderas, Servando" userId="20745423-b8b8-4ed0-a995-0600a0484d38" providerId="ADAL" clId="{A02F0F0B-6D96-57D5-946D-307E4490CF0E}" dt="2026-05-05T22:47:53.951" v="2673" actId="20577"/>
          <ac:spMkLst>
            <pc:docMk/>
            <pc:sldMk cId="414127132" sldId="259"/>
            <ac:spMk id="6" creationId="{E8306EAF-CDFA-B88D-3F43-D8050A80A11E}"/>
          </ac:spMkLst>
        </pc:spChg>
        <pc:graphicFrameChg chg="add mod modGraphic">
          <ac:chgData name="Balderas, Servando" userId="20745423-b8b8-4ed0-a995-0600a0484d38" providerId="ADAL" clId="{A02F0F0B-6D96-57D5-946D-307E4490CF0E}" dt="2026-05-05T22:47:04.383" v="2608" actId="1076"/>
          <ac:graphicFrameMkLst>
            <pc:docMk/>
            <pc:sldMk cId="414127132" sldId="259"/>
            <ac:graphicFrameMk id="4" creationId="{14DDE24A-62B1-5757-6DC9-91D71DAC5BD3}"/>
          </ac:graphicFrameMkLst>
        </pc:graphicFrameChg>
        <pc:picChg chg="add mod">
          <ac:chgData name="Balderas, Servando" userId="20745423-b8b8-4ed0-a995-0600a0484d38" providerId="ADAL" clId="{A02F0F0B-6D96-57D5-946D-307E4490CF0E}" dt="2026-05-05T22:27:21.636" v="2154" actId="14100"/>
          <ac:picMkLst>
            <pc:docMk/>
            <pc:sldMk cId="414127132" sldId="259"/>
            <ac:picMk id="3" creationId="{91AB4821-4FC7-FDBC-191A-8C7C41AB1663}"/>
          </ac:picMkLst>
        </pc:picChg>
      </pc:sldChg>
      <pc:sldChg chg="addSp delSp modSp mod">
        <pc:chgData name="Balderas, Servando" userId="20745423-b8b8-4ed0-a995-0600a0484d38" providerId="ADAL" clId="{A02F0F0B-6D96-57D5-946D-307E4490CF0E}" dt="2026-05-05T22:26:05.823" v="2144" actId="20577"/>
        <pc:sldMkLst>
          <pc:docMk/>
          <pc:sldMk cId="2380350309" sldId="260"/>
        </pc:sldMkLst>
        <pc:spChg chg="mod">
          <ac:chgData name="Balderas, Servando" userId="20745423-b8b8-4ed0-a995-0600a0484d38" providerId="ADAL" clId="{A02F0F0B-6D96-57D5-946D-307E4490CF0E}" dt="2026-05-04T03:53:53.127" v="339" actId="20577"/>
          <ac:spMkLst>
            <pc:docMk/>
            <pc:sldMk cId="2380350309" sldId="260"/>
            <ac:spMk id="2" creationId="{E6C27238-E9AC-3FA1-22E8-26A70E5BAB28}"/>
          </ac:spMkLst>
        </pc:spChg>
        <pc:spChg chg="del mod">
          <ac:chgData name="Balderas, Servando" userId="20745423-b8b8-4ed0-a995-0600a0484d38" providerId="ADAL" clId="{A02F0F0B-6D96-57D5-946D-307E4490CF0E}" dt="2026-05-05T22:13:41.605" v="1634" actId="931"/>
          <ac:spMkLst>
            <pc:docMk/>
            <pc:sldMk cId="2380350309" sldId="260"/>
            <ac:spMk id="3" creationId="{46F34DF1-AAC8-F97B-359D-04244FA6528C}"/>
          </ac:spMkLst>
        </pc:spChg>
        <pc:spChg chg="add mod">
          <ac:chgData name="Balderas, Servando" userId="20745423-b8b8-4ed0-a995-0600a0484d38" providerId="ADAL" clId="{A02F0F0B-6D96-57D5-946D-307E4490CF0E}" dt="2026-05-05T22:26:05.823" v="2144" actId="20577"/>
          <ac:spMkLst>
            <pc:docMk/>
            <pc:sldMk cId="2380350309" sldId="260"/>
            <ac:spMk id="6" creationId="{6B1B21C5-E206-AE9B-5261-DBAD205A0847}"/>
          </ac:spMkLst>
        </pc:spChg>
        <pc:spChg chg="add del mod">
          <ac:chgData name="Balderas, Servando" userId="20745423-b8b8-4ed0-a995-0600a0484d38" providerId="ADAL" clId="{A02F0F0B-6D96-57D5-946D-307E4490CF0E}" dt="2026-05-05T22:19:09.884" v="1805" actId="931"/>
          <ac:spMkLst>
            <pc:docMk/>
            <pc:sldMk cId="2380350309" sldId="260"/>
            <ac:spMk id="8" creationId="{B217918E-F7BE-59FB-CEA4-0D8469F8C9FA}"/>
          </ac:spMkLst>
        </pc:spChg>
        <pc:picChg chg="add del mod">
          <ac:chgData name="Balderas, Servando" userId="20745423-b8b8-4ed0-a995-0600a0484d38" providerId="ADAL" clId="{A02F0F0B-6D96-57D5-946D-307E4490CF0E}" dt="2026-05-05T22:18:56.808" v="1804" actId="21"/>
          <ac:picMkLst>
            <pc:docMk/>
            <pc:sldMk cId="2380350309" sldId="260"/>
            <ac:picMk id="5" creationId="{364C6E84-1DDA-6EA0-7F61-D90C7DF7A487}"/>
          </ac:picMkLst>
        </pc:picChg>
        <pc:picChg chg="add mod">
          <ac:chgData name="Balderas, Servando" userId="20745423-b8b8-4ed0-a995-0600a0484d38" providerId="ADAL" clId="{A02F0F0B-6D96-57D5-946D-307E4490CF0E}" dt="2026-05-05T22:22:17.460" v="1914" actId="1076"/>
          <ac:picMkLst>
            <pc:docMk/>
            <pc:sldMk cId="2380350309" sldId="260"/>
            <ac:picMk id="10" creationId="{210BB88E-EEC9-BFC4-666E-D805F91175DF}"/>
          </ac:picMkLst>
        </pc:picChg>
      </pc:sldChg>
      <pc:sldChg chg="modSp">
        <pc:chgData name="Balderas, Servando" userId="20745423-b8b8-4ed0-a995-0600a0484d38" providerId="ADAL" clId="{A02F0F0B-6D96-57D5-946D-307E4490CF0E}" dt="2026-05-04T03:49:37.973" v="183"/>
        <pc:sldMkLst>
          <pc:docMk/>
          <pc:sldMk cId="3422092498" sldId="261"/>
        </pc:sldMkLst>
        <pc:spChg chg="mod">
          <ac:chgData name="Balderas, Servando" userId="20745423-b8b8-4ed0-a995-0600a0484d38" providerId="ADAL" clId="{A02F0F0B-6D96-57D5-946D-307E4490CF0E}" dt="2026-05-04T03:49:37.973" v="183"/>
          <ac:spMkLst>
            <pc:docMk/>
            <pc:sldMk cId="3422092498" sldId="261"/>
            <ac:spMk id="2" creationId="{C5D4863B-6FEC-92B6-2BB4-5E21829D675B}"/>
          </ac:spMkLst>
        </pc:spChg>
        <pc:spChg chg="mod">
          <ac:chgData name="Balderas, Servando" userId="20745423-b8b8-4ed0-a995-0600a0484d38" providerId="ADAL" clId="{A02F0F0B-6D96-57D5-946D-307E4490CF0E}" dt="2026-05-04T03:49:37.973" v="183"/>
          <ac:spMkLst>
            <pc:docMk/>
            <pc:sldMk cId="3422092498" sldId="261"/>
            <ac:spMk id="3" creationId="{75A80744-8222-F578-CFC3-1FF4204E4A99}"/>
          </ac:spMkLst>
        </pc:spChg>
      </pc:sldChg>
      <pc:sldChg chg="modSp">
        <pc:chgData name="Balderas, Servando" userId="20745423-b8b8-4ed0-a995-0600a0484d38" providerId="ADAL" clId="{A02F0F0B-6D96-57D5-946D-307E4490CF0E}" dt="2026-05-04T03:49:37.973" v="183"/>
        <pc:sldMkLst>
          <pc:docMk/>
          <pc:sldMk cId="1963111527" sldId="262"/>
        </pc:sldMkLst>
        <pc:spChg chg="mod">
          <ac:chgData name="Balderas, Servando" userId="20745423-b8b8-4ed0-a995-0600a0484d38" providerId="ADAL" clId="{A02F0F0B-6D96-57D5-946D-307E4490CF0E}" dt="2026-05-04T03:49:37.973" v="183"/>
          <ac:spMkLst>
            <pc:docMk/>
            <pc:sldMk cId="1963111527" sldId="262"/>
            <ac:spMk id="2" creationId="{A2A32B20-3196-F726-A885-C71A463F0705}"/>
          </ac:spMkLst>
        </pc:spChg>
        <pc:spChg chg="mod">
          <ac:chgData name="Balderas, Servando" userId="20745423-b8b8-4ed0-a995-0600a0484d38" providerId="ADAL" clId="{A02F0F0B-6D96-57D5-946D-307E4490CF0E}" dt="2026-05-04T03:49:37.973" v="183"/>
          <ac:spMkLst>
            <pc:docMk/>
            <pc:sldMk cId="1963111527" sldId="262"/>
            <ac:spMk id="3" creationId="{5D570EAD-685E-43CC-428C-05FD7F487D6B}"/>
          </ac:spMkLst>
        </pc:spChg>
      </pc:sldChg>
      <pc:sldChg chg="modSp mod">
        <pc:chgData name="Balderas, Servando" userId="20745423-b8b8-4ed0-a995-0600a0484d38" providerId="ADAL" clId="{A02F0F0B-6D96-57D5-946D-307E4490CF0E}" dt="2026-05-06T01:19:31.322" v="3060" actId="20577"/>
        <pc:sldMkLst>
          <pc:docMk/>
          <pc:sldMk cId="2503924371" sldId="263"/>
        </pc:sldMkLst>
        <pc:spChg chg="mod">
          <ac:chgData name="Balderas, Servando" userId="20745423-b8b8-4ed0-a995-0600a0484d38" providerId="ADAL" clId="{A02F0F0B-6D96-57D5-946D-307E4490CF0E}" dt="2026-05-06T01:19:31.322" v="3060" actId="20577"/>
          <ac:spMkLst>
            <pc:docMk/>
            <pc:sldMk cId="2503924371" sldId="263"/>
            <ac:spMk id="2" creationId="{FE4D13DB-860B-856C-27E8-65E87C508BFA}"/>
          </ac:spMkLst>
        </pc:spChg>
        <pc:spChg chg="mod">
          <ac:chgData name="Balderas, Servando" userId="20745423-b8b8-4ed0-a995-0600a0484d38" providerId="ADAL" clId="{A02F0F0B-6D96-57D5-946D-307E4490CF0E}" dt="2026-05-04T03:49:37.973" v="183"/>
          <ac:spMkLst>
            <pc:docMk/>
            <pc:sldMk cId="2503924371" sldId="263"/>
            <ac:spMk id="3" creationId="{DD832CCD-8211-CAD8-AE52-A77CAAF4040D}"/>
          </ac:spMkLst>
        </pc:spChg>
      </pc:sldChg>
      <pc:sldChg chg="modSp">
        <pc:chgData name="Balderas, Servando" userId="20745423-b8b8-4ed0-a995-0600a0484d38" providerId="ADAL" clId="{A02F0F0B-6D96-57D5-946D-307E4490CF0E}" dt="2026-05-04T03:49:37.973" v="183"/>
        <pc:sldMkLst>
          <pc:docMk/>
          <pc:sldMk cId="975747832" sldId="264"/>
        </pc:sldMkLst>
        <pc:spChg chg="mod">
          <ac:chgData name="Balderas, Servando" userId="20745423-b8b8-4ed0-a995-0600a0484d38" providerId="ADAL" clId="{A02F0F0B-6D96-57D5-946D-307E4490CF0E}" dt="2026-05-04T03:49:37.973" v="183"/>
          <ac:spMkLst>
            <pc:docMk/>
            <pc:sldMk cId="975747832" sldId="264"/>
            <ac:spMk id="2" creationId="{413A9DE7-B544-5BE1-EF1D-64919FE36EFC}"/>
          </ac:spMkLst>
        </pc:spChg>
        <pc:spChg chg="mod">
          <ac:chgData name="Balderas, Servando" userId="20745423-b8b8-4ed0-a995-0600a0484d38" providerId="ADAL" clId="{A02F0F0B-6D96-57D5-946D-307E4490CF0E}" dt="2026-05-04T03:49:37.973" v="183"/>
          <ac:spMkLst>
            <pc:docMk/>
            <pc:sldMk cId="975747832" sldId="264"/>
            <ac:spMk id="3" creationId="{09EF3D72-CB08-964A-9331-AC61CFD50BAB}"/>
          </ac:spMkLst>
        </pc:spChg>
      </pc:sldChg>
      <pc:sldChg chg="modSp">
        <pc:chgData name="Balderas, Servando" userId="20745423-b8b8-4ed0-a995-0600a0484d38" providerId="ADAL" clId="{A02F0F0B-6D96-57D5-946D-307E4490CF0E}" dt="2026-05-04T03:49:37.973" v="183"/>
        <pc:sldMkLst>
          <pc:docMk/>
          <pc:sldMk cId="3850880358" sldId="265"/>
        </pc:sldMkLst>
        <pc:spChg chg="mod">
          <ac:chgData name="Balderas, Servando" userId="20745423-b8b8-4ed0-a995-0600a0484d38" providerId="ADAL" clId="{A02F0F0B-6D96-57D5-946D-307E4490CF0E}" dt="2026-05-04T03:49:37.973" v="183"/>
          <ac:spMkLst>
            <pc:docMk/>
            <pc:sldMk cId="3850880358" sldId="265"/>
            <ac:spMk id="2" creationId="{F346D142-FCE1-1E27-A2DB-D816C836EE04}"/>
          </ac:spMkLst>
        </pc:spChg>
        <pc:spChg chg="mod">
          <ac:chgData name="Balderas, Servando" userId="20745423-b8b8-4ed0-a995-0600a0484d38" providerId="ADAL" clId="{A02F0F0B-6D96-57D5-946D-307E4490CF0E}" dt="2026-05-04T03:49:37.973" v="183"/>
          <ac:spMkLst>
            <pc:docMk/>
            <pc:sldMk cId="3850880358" sldId="265"/>
            <ac:spMk id="3" creationId="{CC018663-0F10-1DA3-DB8D-06ED961F7714}"/>
          </ac:spMkLst>
        </pc:spChg>
      </pc:sldChg>
      <pc:sldChg chg="modSp">
        <pc:chgData name="Balderas, Servando" userId="20745423-b8b8-4ed0-a995-0600a0484d38" providerId="ADAL" clId="{A02F0F0B-6D96-57D5-946D-307E4490CF0E}" dt="2026-05-04T03:49:37.973" v="183"/>
        <pc:sldMkLst>
          <pc:docMk/>
          <pc:sldMk cId="1708776046" sldId="266"/>
        </pc:sldMkLst>
        <pc:spChg chg="mod">
          <ac:chgData name="Balderas, Servando" userId="20745423-b8b8-4ed0-a995-0600a0484d38" providerId="ADAL" clId="{A02F0F0B-6D96-57D5-946D-307E4490CF0E}" dt="2026-05-04T03:49:37.973" v="183"/>
          <ac:spMkLst>
            <pc:docMk/>
            <pc:sldMk cId="1708776046" sldId="266"/>
            <ac:spMk id="2" creationId="{5E527D73-B256-A857-748A-8F6DC56CDFF8}"/>
          </ac:spMkLst>
        </pc:spChg>
        <pc:spChg chg="mod">
          <ac:chgData name="Balderas, Servando" userId="20745423-b8b8-4ed0-a995-0600a0484d38" providerId="ADAL" clId="{A02F0F0B-6D96-57D5-946D-307E4490CF0E}" dt="2026-05-04T03:49:37.973" v="183"/>
          <ac:spMkLst>
            <pc:docMk/>
            <pc:sldMk cId="1708776046" sldId="266"/>
            <ac:spMk id="3" creationId="{75508300-42EC-FFC4-9480-8090D5C05665}"/>
          </ac:spMkLst>
        </pc:spChg>
      </pc:sldChg>
      <pc:sldChg chg="modSp">
        <pc:chgData name="Balderas, Servando" userId="20745423-b8b8-4ed0-a995-0600a0484d38" providerId="ADAL" clId="{A02F0F0B-6D96-57D5-946D-307E4490CF0E}" dt="2026-05-04T03:49:37.973" v="183"/>
        <pc:sldMkLst>
          <pc:docMk/>
          <pc:sldMk cId="923914608" sldId="267"/>
        </pc:sldMkLst>
        <pc:spChg chg="mod">
          <ac:chgData name="Balderas, Servando" userId="20745423-b8b8-4ed0-a995-0600a0484d38" providerId="ADAL" clId="{A02F0F0B-6D96-57D5-946D-307E4490CF0E}" dt="2026-05-04T03:49:37.973" v="183"/>
          <ac:spMkLst>
            <pc:docMk/>
            <pc:sldMk cId="923914608" sldId="267"/>
            <ac:spMk id="2" creationId="{FC3ED508-B400-EF3E-339F-519B34B5776C}"/>
          </ac:spMkLst>
        </pc:spChg>
        <pc:spChg chg="mod">
          <ac:chgData name="Balderas, Servando" userId="20745423-b8b8-4ed0-a995-0600a0484d38" providerId="ADAL" clId="{A02F0F0B-6D96-57D5-946D-307E4490CF0E}" dt="2026-05-04T03:49:37.973" v="183"/>
          <ac:spMkLst>
            <pc:docMk/>
            <pc:sldMk cId="923914608" sldId="267"/>
            <ac:spMk id="3" creationId="{2124E90F-6DFD-9344-F0AB-91EE3A80741F}"/>
          </ac:spMkLst>
        </pc:spChg>
      </pc:sldChg>
      <pc:sldChg chg="delSp modSp mod">
        <pc:chgData name="Balderas, Servando" userId="20745423-b8b8-4ed0-a995-0600a0484d38" providerId="ADAL" clId="{A02F0F0B-6D96-57D5-946D-307E4490CF0E}" dt="2026-05-05T22:15:06.937" v="1649" actId="1076"/>
        <pc:sldMkLst>
          <pc:docMk/>
          <pc:sldMk cId="535169108" sldId="268"/>
        </pc:sldMkLst>
        <pc:spChg chg="mod">
          <ac:chgData name="Balderas, Servando" userId="20745423-b8b8-4ed0-a995-0600a0484d38" providerId="ADAL" clId="{A02F0F0B-6D96-57D5-946D-307E4490CF0E}" dt="2026-05-05T22:15:06.937" v="1649" actId="1076"/>
          <ac:spMkLst>
            <pc:docMk/>
            <pc:sldMk cId="535169108" sldId="268"/>
            <ac:spMk id="2" creationId="{B4A64A61-2803-C006-251A-E5BAD0691EC0}"/>
          </ac:spMkLst>
        </pc:spChg>
        <pc:spChg chg="del mod">
          <ac:chgData name="Balderas, Servando" userId="20745423-b8b8-4ed0-a995-0600a0484d38" providerId="ADAL" clId="{A02F0F0B-6D96-57D5-946D-307E4490CF0E}" dt="2026-05-05T22:14:56.161" v="1645" actId="478"/>
          <ac:spMkLst>
            <pc:docMk/>
            <pc:sldMk cId="535169108" sldId="268"/>
            <ac:spMk id="3" creationId="{0CF25DFC-90B2-351F-4329-51481024B4CB}"/>
          </ac:spMkLst>
        </pc:spChg>
      </pc:sldChg>
      <pc:sldMasterChg chg="setBg modSldLayout">
        <pc:chgData name="Balderas, Servando" userId="20745423-b8b8-4ed0-a995-0600a0484d38" providerId="ADAL" clId="{A02F0F0B-6D96-57D5-946D-307E4490CF0E}" dt="2026-05-04T03:55:30.646" v="358"/>
        <pc:sldMasterMkLst>
          <pc:docMk/>
          <pc:sldMasterMk cId="1171121708" sldId="2147483819"/>
        </pc:sldMasterMkLst>
        <pc:sldLayoutChg chg="setBg">
          <pc:chgData name="Balderas, Servando" userId="20745423-b8b8-4ed0-a995-0600a0484d38" providerId="ADAL" clId="{A02F0F0B-6D96-57D5-946D-307E4490CF0E}" dt="2026-05-04T03:55:30.646" v="358"/>
          <pc:sldLayoutMkLst>
            <pc:docMk/>
            <pc:sldMasterMk cId="1171121708" sldId="2147483807"/>
            <pc:sldLayoutMk cId="2720631031" sldId="2147483808"/>
          </pc:sldLayoutMkLst>
        </pc:sldLayoutChg>
        <pc:sldLayoutChg chg="setBg">
          <pc:chgData name="Balderas, Servando" userId="20745423-b8b8-4ed0-a995-0600a0484d38" providerId="ADAL" clId="{A02F0F0B-6D96-57D5-946D-307E4490CF0E}" dt="2026-05-04T03:55:30.646" v="358"/>
          <pc:sldLayoutMkLst>
            <pc:docMk/>
            <pc:sldMasterMk cId="1171121708" sldId="2147483807"/>
            <pc:sldLayoutMk cId="2263695853" sldId="2147483809"/>
          </pc:sldLayoutMkLst>
        </pc:sldLayoutChg>
        <pc:sldLayoutChg chg="setBg">
          <pc:chgData name="Balderas, Servando" userId="20745423-b8b8-4ed0-a995-0600a0484d38" providerId="ADAL" clId="{A02F0F0B-6D96-57D5-946D-307E4490CF0E}" dt="2026-05-04T03:55:30.646" v="358"/>
          <pc:sldLayoutMkLst>
            <pc:docMk/>
            <pc:sldMasterMk cId="1171121708" sldId="2147483807"/>
            <pc:sldLayoutMk cId="4002603695" sldId="2147483810"/>
          </pc:sldLayoutMkLst>
        </pc:sldLayoutChg>
        <pc:sldLayoutChg chg="setBg">
          <pc:chgData name="Balderas, Servando" userId="20745423-b8b8-4ed0-a995-0600a0484d38" providerId="ADAL" clId="{A02F0F0B-6D96-57D5-946D-307E4490CF0E}" dt="2026-05-04T03:55:30.646" v="358"/>
          <pc:sldLayoutMkLst>
            <pc:docMk/>
            <pc:sldMasterMk cId="1171121708" sldId="2147483807"/>
            <pc:sldLayoutMk cId="292188362" sldId="2147483811"/>
          </pc:sldLayoutMkLst>
        </pc:sldLayoutChg>
        <pc:sldLayoutChg chg="setBg">
          <pc:chgData name="Balderas, Servando" userId="20745423-b8b8-4ed0-a995-0600a0484d38" providerId="ADAL" clId="{A02F0F0B-6D96-57D5-946D-307E4490CF0E}" dt="2026-05-04T03:55:30.646" v="358"/>
          <pc:sldLayoutMkLst>
            <pc:docMk/>
            <pc:sldMasterMk cId="1171121708" sldId="2147483807"/>
            <pc:sldLayoutMk cId="3321325373" sldId="2147483812"/>
          </pc:sldLayoutMkLst>
        </pc:sldLayoutChg>
        <pc:sldLayoutChg chg="setBg">
          <pc:chgData name="Balderas, Servando" userId="20745423-b8b8-4ed0-a995-0600a0484d38" providerId="ADAL" clId="{A02F0F0B-6D96-57D5-946D-307E4490CF0E}" dt="2026-05-04T03:55:30.646" v="358"/>
          <pc:sldLayoutMkLst>
            <pc:docMk/>
            <pc:sldMasterMk cId="1171121708" sldId="2147483807"/>
            <pc:sldLayoutMk cId="2973050212" sldId="2147483813"/>
          </pc:sldLayoutMkLst>
        </pc:sldLayoutChg>
        <pc:sldLayoutChg chg="setBg">
          <pc:chgData name="Balderas, Servando" userId="20745423-b8b8-4ed0-a995-0600a0484d38" providerId="ADAL" clId="{A02F0F0B-6D96-57D5-946D-307E4490CF0E}" dt="2026-05-04T03:55:30.646" v="358"/>
          <pc:sldLayoutMkLst>
            <pc:docMk/>
            <pc:sldMasterMk cId="1171121708" sldId="2147483807"/>
            <pc:sldLayoutMk cId="3020319442" sldId="2147483814"/>
          </pc:sldLayoutMkLst>
        </pc:sldLayoutChg>
        <pc:sldLayoutChg chg="setBg">
          <pc:chgData name="Balderas, Servando" userId="20745423-b8b8-4ed0-a995-0600a0484d38" providerId="ADAL" clId="{A02F0F0B-6D96-57D5-946D-307E4490CF0E}" dt="2026-05-04T03:55:30.646" v="358"/>
          <pc:sldLayoutMkLst>
            <pc:docMk/>
            <pc:sldMasterMk cId="1171121708" sldId="2147483807"/>
            <pc:sldLayoutMk cId="3738819119" sldId="2147483815"/>
          </pc:sldLayoutMkLst>
        </pc:sldLayoutChg>
        <pc:sldLayoutChg chg="setBg">
          <pc:chgData name="Balderas, Servando" userId="20745423-b8b8-4ed0-a995-0600a0484d38" providerId="ADAL" clId="{A02F0F0B-6D96-57D5-946D-307E4490CF0E}" dt="2026-05-04T03:55:30.646" v="358"/>
          <pc:sldLayoutMkLst>
            <pc:docMk/>
            <pc:sldMasterMk cId="1171121708" sldId="2147483807"/>
            <pc:sldLayoutMk cId="2344340286" sldId="2147483816"/>
          </pc:sldLayoutMkLst>
        </pc:sldLayoutChg>
        <pc:sldLayoutChg chg="setBg">
          <pc:chgData name="Balderas, Servando" userId="20745423-b8b8-4ed0-a995-0600a0484d38" providerId="ADAL" clId="{A02F0F0B-6D96-57D5-946D-307E4490CF0E}" dt="2026-05-04T03:55:30.646" v="358"/>
          <pc:sldLayoutMkLst>
            <pc:docMk/>
            <pc:sldMasterMk cId="1171121708" sldId="2147483807"/>
            <pc:sldLayoutMk cId="1871645767" sldId="2147483817"/>
          </pc:sldLayoutMkLst>
        </pc:sldLayoutChg>
        <pc:sldLayoutChg chg="setBg">
          <pc:chgData name="Balderas, Servando" userId="20745423-b8b8-4ed0-a995-0600a0484d38" providerId="ADAL" clId="{A02F0F0B-6D96-57D5-946D-307E4490CF0E}" dt="2026-05-04T03:55:30.646" v="358"/>
          <pc:sldLayoutMkLst>
            <pc:docMk/>
            <pc:sldMasterMk cId="1171121708" sldId="2147483807"/>
            <pc:sldLayoutMk cId="3187231039" sldId="2147483818"/>
          </pc:sldLayoutMkLst>
        </pc:sldLayoutChg>
      </pc:sldMasterChg>
    </pc:docChg>
  </pc:docChgLst>
  <pc:docChgLst>
    <pc:chgData name="Aldrete, Ashtyn" userId="S::aea089@shsu.edu::c85b1bd4-aea8-4e6f-ba0e-edd4efe702b5" providerId="AD" clId="Web-{D43638D9-8B84-7E5C-58A7-6FBC7B5BFCDC}"/>
    <pc:docChg chg="modSld">
      <pc:chgData name="Aldrete, Ashtyn" userId="S::aea089@shsu.edu::c85b1bd4-aea8-4e6f-ba0e-edd4efe702b5" providerId="AD" clId="Web-{D43638D9-8B84-7E5C-58A7-6FBC7B5BFCDC}" dt="2026-05-04T20:28:40.920" v="19" actId="20577"/>
      <pc:docMkLst>
        <pc:docMk/>
      </pc:docMkLst>
      <pc:sldChg chg="modSp">
        <pc:chgData name="Aldrete, Ashtyn" userId="S::aea089@shsu.edu::c85b1bd4-aea8-4e6f-ba0e-edd4efe702b5" providerId="AD" clId="Web-{D43638D9-8B84-7E5C-58A7-6FBC7B5BFCDC}" dt="2026-05-04T20:28:40.920" v="19" actId="20577"/>
        <pc:sldMkLst>
          <pc:docMk/>
          <pc:sldMk cId="3422092498" sldId="261"/>
        </pc:sldMkLst>
        <pc:spChg chg="mod">
          <ac:chgData name="Aldrete, Ashtyn" userId="S::aea089@shsu.edu::c85b1bd4-aea8-4e6f-ba0e-edd4efe702b5" providerId="AD" clId="Web-{D43638D9-8B84-7E5C-58A7-6FBC7B5BFCDC}" dt="2026-05-04T20:28:40.920" v="19" actId="20577"/>
          <ac:spMkLst>
            <pc:docMk/>
            <pc:sldMk cId="3422092498" sldId="261"/>
            <ac:spMk id="3" creationId="{75A80744-8222-F578-CFC3-1FF4204E4A99}"/>
          </ac:spMkLst>
        </pc:spChg>
      </pc:sldChg>
      <pc:sldChg chg="modSp">
        <pc:chgData name="Aldrete, Ashtyn" userId="S::aea089@shsu.edu::c85b1bd4-aea8-4e6f-ba0e-edd4efe702b5" providerId="AD" clId="Web-{D43638D9-8B84-7E5C-58A7-6FBC7B5BFCDC}" dt="2026-05-04T20:27:34.028" v="12" actId="20577"/>
        <pc:sldMkLst>
          <pc:docMk/>
          <pc:sldMk cId="1963111527" sldId="262"/>
        </pc:sldMkLst>
        <pc:spChg chg="mod">
          <ac:chgData name="Aldrete, Ashtyn" userId="S::aea089@shsu.edu::c85b1bd4-aea8-4e6f-ba0e-edd4efe702b5" providerId="AD" clId="Web-{D43638D9-8B84-7E5C-58A7-6FBC7B5BFCDC}" dt="2026-05-04T20:27:34.028" v="12" actId="20577"/>
          <ac:spMkLst>
            <pc:docMk/>
            <pc:sldMk cId="1963111527" sldId="262"/>
            <ac:spMk id="3" creationId="{5D570EAD-685E-43CC-428C-05FD7F487D6B}"/>
          </ac:spMkLst>
        </pc:spChg>
      </pc:sldChg>
    </pc:docChg>
  </pc:docChgLst>
  <pc:docChgLst>
    <pc:chgData name="Mcmullen, Connor" userId="S::cwm052@shsu.edu::79641c1f-6a4e-4bf2-8e09-7501aa24389b" providerId="AD" clId="Web-{5B14B9B6-DDD4-664E-13B6-BDDB08C22D43}"/>
    <pc:docChg chg="addSld delSld modSld">
      <pc:chgData name="Mcmullen, Connor" userId="S::cwm052@shsu.edu::79641c1f-6a4e-4bf2-8e09-7501aa24389b" providerId="AD" clId="Web-{5B14B9B6-DDD4-664E-13B6-BDDB08C22D43}" dt="2026-05-06T17:46:42.450" v="1922" actId="20577"/>
      <pc:docMkLst>
        <pc:docMk/>
      </pc:docMkLst>
      <pc:sldChg chg="del">
        <pc:chgData name="Mcmullen, Connor" userId="S::cwm052@shsu.edu::79641c1f-6a4e-4bf2-8e09-7501aa24389b" providerId="AD" clId="Web-{5B14B9B6-DDD4-664E-13B6-BDDB08C22D43}" dt="2026-05-06T17:31:15.478" v="680"/>
        <pc:sldMkLst>
          <pc:docMk/>
          <pc:sldMk cId="975747832" sldId="264"/>
        </pc:sldMkLst>
      </pc:sldChg>
      <pc:sldChg chg="modSp">
        <pc:chgData name="Mcmullen, Connor" userId="S::cwm052@shsu.edu::79641c1f-6a4e-4bf2-8e09-7501aa24389b" providerId="AD" clId="Web-{5B14B9B6-DDD4-664E-13B6-BDDB08C22D43}" dt="2026-05-06T17:39:16.713" v="1333" actId="20577"/>
        <pc:sldMkLst>
          <pc:docMk/>
          <pc:sldMk cId="3850880358" sldId="265"/>
        </pc:sldMkLst>
        <pc:spChg chg="mod">
          <ac:chgData name="Mcmullen, Connor" userId="S::cwm052@shsu.edu::79641c1f-6a4e-4bf2-8e09-7501aa24389b" providerId="AD" clId="Web-{5B14B9B6-DDD4-664E-13B6-BDDB08C22D43}" dt="2026-05-06T17:39:16.713" v="1333" actId="20577"/>
          <ac:spMkLst>
            <pc:docMk/>
            <pc:sldMk cId="3850880358" sldId="265"/>
            <ac:spMk id="3" creationId="{CC018663-0F10-1DA3-DB8D-06ED961F7714}"/>
          </ac:spMkLst>
        </pc:spChg>
      </pc:sldChg>
      <pc:sldChg chg="del">
        <pc:chgData name="Mcmullen, Connor" userId="S::cwm052@shsu.edu::79641c1f-6a4e-4bf2-8e09-7501aa24389b" providerId="AD" clId="Web-{5B14B9B6-DDD4-664E-13B6-BDDB08C22D43}" dt="2026-05-06T17:31:09.259" v="679"/>
        <pc:sldMkLst>
          <pc:docMk/>
          <pc:sldMk cId="1708776046" sldId="266"/>
        </pc:sldMkLst>
      </pc:sldChg>
      <pc:sldChg chg="modSp">
        <pc:chgData name="Mcmullen, Connor" userId="S::cwm052@shsu.edu::79641c1f-6a4e-4bf2-8e09-7501aa24389b" providerId="AD" clId="Web-{5B14B9B6-DDD4-664E-13B6-BDDB08C22D43}" dt="2026-05-06T17:46:42.450" v="1922" actId="20577"/>
        <pc:sldMkLst>
          <pc:docMk/>
          <pc:sldMk cId="923914608" sldId="267"/>
        </pc:sldMkLst>
        <pc:spChg chg="mod">
          <ac:chgData name="Mcmullen, Connor" userId="S::cwm052@shsu.edu::79641c1f-6a4e-4bf2-8e09-7501aa24389b" providerId="AD" clId="Web-{5B14B9B6-DDD4-664E-13B6-BDDB08C22D43}" dt="2026-05-06T17:46:42.450" v="1922" actId="20577"/>
          <ac:spMkLst>
            <pc:docMk/>
            <pc:sldMk cId="923914608" sldId="267"/>
            <ac:spMk id="3" creationId="{2124E90F-6DFD-9344-F0AB-91EE3A80741F}"/>
          </ac:spMkLst>
        </pc:spChg>
      </pc:sldChg>
      <pc:sldChg chg="del">
        <pc:chgData name="Mcmullen, Connor" userId="S::cwm052@shsu.edu::79641c1f-6a4e-4bf2-8e09-7501aa24389b" providerId="AD" clId="Web-{5B14B9B6-DDD4-664E-13B6-BDDB08C22D43}" dt="2026-05-06T17:30:55.509" v="678"/>
        <pc:sldMkLst>
          <pc:docMk/>
          <pc:sldMk cId="535169108" sldId="268"/>
        </pc:sldMkLst>
      </pc:sldChg>
      <pc:sldChg chg="addSp delSp modSp new">
        <pc:chgData name="Mcmullen, Connor" userId="S::cwm052@shsu.edu::79641c1f-6a4e-4bf2-8e09-7501aa24389b" providerId="AD" clId="Web-{5B14B9B6-DDD4-664E-13B6-BDDB08C22D43}" dt="2026-05-06T17:30:35.087" v="677" actId="20577"/>
        <pc:sldMkLst>
          <pc:docMk/>
          <pc:sldMk cId="209705337" sldId="269"/>
        </pc:sldMkLst>
        <pc:spChg chg="mod">
          <ac:chgData name="Mcmullen, Connor" userId="S::cwm052@shsu.edu::79641c1f-6a4e-4bf2-8e09-7501aa24389b" providerId="AD" clId="Web-{5B14B9B6-DDD4-664E-13B6-BDDB08C22D43}" dt="2026-05-06T17:23:20.148" v="14" actId="20577"/>
          <ac:spMkLst>
            <pc:docMk/>
            <pc:sldMk cId="209705337" sldId="269"/>
            <ac:spMk id="2" creationId="{4EB5DEE8-A4C1-3933-F1D1-52BD8CFD44C9}"/>
          </ac:spMkLst>
        </pc:spChg>
        <pc:spChg chg="add del mod">
          <ac:chgData name="Mcmullen, Connor" userId="S::cwm052@shsu.edu::79641c1f-6a4e-4bf2-8e09-7501aa24389b" providerId="AD" clId="Web-{5B14B9B6-DDD4-664E-13B6-BDDB08C22D43}" dt="2026-05-06T17:30:35.087" v="677" actId="20577"/>
          <ac:spMkLst>
            <pc:docMk/>
            <pc:sldMk cId="209705337" sldId="269"/>
            <ac:spMk id="3" creationId="{E9D0D56A-FF95-ED85-9CD0-ECD874B2A5D2}"/>
          </ac:spMkLst>
        </pc:spChg>
        <pc:graphicFrameChg chg="add del mod ord modGraphic">
          <ac:chgData name="Mcmullen, Connor" userId="S::cwm052@shsu.edu::79641c1f-6a4e-4bf2-8e09-7501aa24389b" providerId="AD" clId="Web-{5B14B9B6-DDD4-664E-13B6-BDDB08C22D43}" dt="2026-05-06T17:23:16.429" v="8"/>
          <ac:graphicFrameMkLst>
            <pc:docMk/>
            <pc:sldMk cId="209705337" sldId="269"/>
            <ac:graphicFrameMk id="4" creationId="{5D74F21F-ECDE-AD7F-8214-F8B977C1E41B}"/>
          </ac:graphicFrameMkLst>
        </pc:graphicFrame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05T22:44:52.834"/>
    </inkml:context>
    <inkml:brush xml:id="br0">
      <inkml:brushProperty name="width" value="0.1" units="cm"/>
      <inkml:brushProperty name="height" value="0.2" units="cm"/>
      <inkml:brushProperty name="color" value="#00FDFF"/>
      <inkml:brushProperty name="tip" value="rectangle"/>
      <inkml:brushProperty name="rasterOp" value="maskPen"/>
    </inkml:brush>
  </inkml:definitions>
  <inkml:trace contextRef="#ctx0" brushRef="#br0">0 1,'34'0,"-11"0,-16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222D2-2BB0-CF6A-EF66-7EC530850A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307059-56E6-E728-8BBC-6B5739D0C0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0A9F19-E841-8FF9-10BA-530B2F70AB28}"/>
              </a:ext>
            </a:extLst>
          </p:cNvPr>
          <p:cNvSpPr>
            <a:spLocks noGrp="1"/>
          </p:cNvSpPr>
          <p:nvPr>
            <p:ph type="dt" sz="half" idx="10"/>
          </p:nvPr>
        </p:nvSpPr>
        <p:spPr/>
        <p:txBody>
          <a:bodyPr/>
          <a:lstStyle/>
          <a:p>
            <a:fld id="{B1D3F3FB-D36C-1249-AB06-609D13B5A861}" type="datetimeFigureOut">
              <a:rPr lang="en-US" smtClean="0"/>
              <a:t>5/6/2026</a:t>
            </a:fld>
            <a:endParaRPr lang="en-US"/>
          </a:p>
        </p:txBody>
      </p:sp>
      <p:sp>
        <p:nvSpPr>
          <p:cNvPr id="5" name="Footer Placeholder 4">
            <a:extLst>
              <a:ext uri="{FF2B5EF4-FFF2-40B4-BE49-F238E27FC236}">
                <a16:creationId xmlns:a16="http://schemas.microsoft.com/office/drawing/2014/main" id="{5CF452B0-5A4A-6E94-C9D0-6767E14DF5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71C9CA-30AE-D7D6-D0E3-37B5F1E9E949}"/>
              </a:ext>
            </a:extLst>
          </p:cNvPr>
          <p:cNvSpPr>
            <a:spLocks noGrp="1"/>
          </p:cNvSpPr>
          <p:nvPr>
            <p:ph type="sldNum" sz="quarter" idx="12"/>
          </p:nvPr>
        </p:nvSpPr>
        <p:spPr/>
        <p:txBody>
          <a:bodyPr/>
          <a:lstStyle/>
          <a:p>
            <a:fld id="{02023F2A-3AB2-A040-808B-45D0C395033F}" type="slidenum">
              <a:rPr lang="en-US" smtClean="0"/>
              <a:t>‹#›</a:t>
            </a:fld>
            <a:endParaRPr lang="en-US"/>
          </a:p>
        </p:txBody>
      </p:sp>
    </p:spTree>
    <p:extLst>
      <p:ext uri="{BB962C8B-B14F-4D97-AF65-F5344CB8AC3E}">
        <p14:creationId xmlns:p14="http://schemas.microsoft.com/office/powerpoint/2010/main" val="2720631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D2423-B89E-1BA8-33F3-32E36A35AB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75EFEB-4CD2-2E46-0AB3-F267DB6FE0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761FEA-1209-3792-DC1D-8AD0E9AF858E}"/>
              </a:ext>
            </a:extLst>
          </p:cNvPr>
          <p:cNvSpPr>
            <a:spLocks noGrp="1"/>
          </p:cNvSpPr>
          <p:nvPr>
            <p:ph type="dt" sz="half" idx="10"/>
          </p:nvPr>
        </p:nvSpPr>
        <p:spPr/>
        <p:txBody>
          <a:bodyPr/>
          <a:lstStyle/>
          <a:p>
            <a:fld id="{B1D3F3FB-D36C-1249-AB06-609D13B5A861}" type="datetimeFigureOut">
              <a:rPr lang="en-US" smtClean="0"/>
              <a:t>5/6/2026</a:t>
            </a:fld>
            <a:endParaRPr lang="en-US"/>
          </a:p>
        </p:txBody>
      </p:sp>
      <p:sp>
        <p:nvSpPr>
          <p:cNvPr id="5" name="Footer Placeholder 4">
            <a:extLst>
              <a:ext uri="{FF2B5EF4-FFF2-40B4-BE49-F238E27FC236}">
                <a16:creationId xmlns:a16="http://schemas.microsoft.com/office/drawing/2014/main" id="{783BA82C-64B8-FE64-E76C-C4EC32EC3A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CB2ACF-3A0C-EC73-4994-52BD51A3F347}"/>
              </a:ext>
            </a:extLst>
          </p:cNvPr>
          <p:cNvSpPr>
            <a:spLocks noGrp="1"/>
          </p:cNvSpPr>
          <p:nvPr>
            <p:ph type="sldNum" sz="quarter" idx="12"/>
          </p:nvPr>
        </p:nvSpPr>
        <p:spPr/>
        <p:txBody>
          <a:bodyPr/>
          <a:lstStyle/>
          <a:p>
            <a:fld id="{02023F2A-3AB2-A040-808B-45D0C395033F}" type="slidenum">
              <a:rPr lang="en-US" smtClean="0"/>
              <a:t>‹#›</a:t>
            </a:fld>
            <a:endParaRPr lang="en-US"/>
          </a:p>
        </p:txBody>
      </p:sp>
    </p:spTree>
    <p:extLst>
      <p:ext uri="{BB962C8B-B14F-4D97-AF65-F5344CB8AC3E}">
        <p14:creationId xmlns:p14="http://schemas.microsoft.com/office/powerpoint/2010/main" val="2263695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EEE50-103F-3F54-6E82-03DA3B054D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75FD1C-4888-F1D3-C231-7D6651D582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60CEF1-D8EC-1F22-E766-FBF2124E53C4}"/>
              </a:ext>
            </a:extLst>
          </p:cNvPr>
          <p:cNvSpPr>
            <a:spLocks noGrp="1"/>
          </p:cNvSpPr>
          <p:nvPr>
            <p:ph type="dt" sz="half" idx="10"/>
          </p:nvPr>
        </p:nvSpPr>
        <p:spPr/>
        <p:txBody>
          <a:bodyPr/>
          <a:lstStyle/>
          <a:p>
            <a:fld id="{B1D3F3FB-D36C-1249-AB06-609D13B5A861}" type="datetimeFigureOut">
              <a:rPr lang="en-US" smtClean="0"/>
              <a:t>5/6/2026</a:t>
            </a:fld>
            <a:endParaRPr lang="en-US"/>
          </a:p>
        </p:txBody>
      </p:sp>
      <p:sp>
        <p:nvSpPr>
          <p:cNvPr id="5" name="Footer Placeholder 4">
            <a:extLst>
              <a:ext uri="{FF2B5EF4-FFF2-40B4-BE49-F238E27FC236}">
                <a16:creationId xmlns:a16="http://schemas.microsoft.com/office/drawing/2014/main" id="{51B3B26C-3CB8-B100-2F69-D440AFE43E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EC4467-3862-EFE6-4776-8DA07400A491}"/>
              </a:ext>
            </a:extLst>
          </p:cNvPr>
          <p:cNvSpPr>
            <a:spLocks noGrp="1"/>
          </p:cNvSpPr>
          <p:nvPr>
            <p:ph type="sldNum" sz="quarter" idx="12"/>
          </p:nvPr>
        </p:nvSpPr>
        <p:spPr/>
        <p:txBody>
          <a:bodyPr/>
          <a:lstStyle/>
          <a:p>
            <a:fld id="{02023F2A-3AB2-A040-808B-45D0C395033F}" type="slidenum">
              <a:rPr lang="en-US" smtClean="0"/>
              <a:t>‹#›</a:t>
            </a:fld>
            <a:endParaRPr lang="en-US"/>
          </a:p>
        </p:txBody>
      </p:sp>
    </p:spTree>
    <p:extLst>
      <p:ext uri="{BB962C8B-B14F-4D97-AF65-F5344CB8AC3E}">
        <p14:creationId xmlns:p14="http://schemas.microsoft.com/office/powerpoint/2010/main" val="4002603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224AA-90CC-772A-BD4E-28439A02C4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EF8643-83B5-32CE-9A64-AE1BE13EFA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5B4BA3A-6B08-B3B8-2F74-7D417D0A76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A018504-C423-066D-55A2-DC2FBDABA2FF}"/>
              </a:ext>
            </a:extLst>
          </p:cNvPr>
          <p:cNvSpPr>
            <a:spLocks noGrp="1"/>
          </p:cNvSpPr>
          <p:nvPr>
            <p:ph type="dt" sz="half" idx="10"/>
          </p:nvPr>
        </p:nvSpPr>
        <p:spPr/>
        <p:txBody>
          <a:bodyPr/>
          <a:lstStyle/>
          <a:p>
            <a:fld id="{B1D3F3FB-D36C-1249-AB06-609D13B5A861}" type="datetimeFigureOut">
              <a:rPr lang="en-US" smtClean="0"/>
              <a:t>5/6/2026</a:t>
            </a:fld>
            <a:endParaRPr lang="en-US"/>
          </a:p>
        </p:txBody>
      </p:sp>
      <p:sp>
        <p:nvSpPr>
          <p:cNvPr id="6" name="Footer Placeholder 5">
            <a:extLst>
              <a:ext uri="{FF2B5EF4-FFF2-40B4-BE49-F238E27FC236}">
                <a16:creationId xmlns:a16="http://schemas.microsoft.com/office/drawing/2014/main" id="{8659D14E-596E-8E34-0C12-DF5807397F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D56541-1EBB-C27D-C66F-0989A5BE69EB}"/>
              </a:ext>
            </a:extLst>
          </p:cNvPr>
          <p:cNvSpPr>
            <a:spLocks noGrp="1"/>
          </p:cNvSpPr>
          <p:nvPr>
            <p:ph type="sldNum" sz="quarter" idx="12"/>
          </p:nvPr>
        </p:nvSpPr>
        <p:spPr/>
        <p:txBody>
          <a:bodyPr/>
          <a:lstStyle/>
          <a:p>
            <a:fld id="{02023F2A-3AB2-A040-808B-45D0C395033F}" type="slidenum">
              <a:rPr lang="en-US" smtClean="0"/>
              <a:t>‹#›</a:t>
            </a:fld>
            <a:endParaRPr lang="en-US"/>
          </a:p>
        </p:txBody>
      </p:sp>
    </p:spTree>
    <p:extLst>
      <p:ext uri="{BB962C8B-B14F-4D97-AF65-F5344CB8AC3E}">
        <p14:creationId xmlns:p14="http://schemas.microsoft.com/office/powerpoint/2010/main" val="292188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25F63-C59F-0650-B49C-C497D737AE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C4192EE-88C9-577A-D41F-A112173477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76B2B4-D42A-8D99-054C-AA4017F2FA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019701-4406-940A-392B-085F812C93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19444F-21FD-7B74-5376-108A14C5A5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2E52D1-120B-55DA-D777-6F4E27A8531E}"/>
              </a:ext>
            </a:extLst>
          </p:cNvPr>
          <p:cNvSpPr>
            <a:spLocks noGrp="1"/>
          </p:cNvSpPr>
          <p:nvPr>
            <p:ph type="dt" sz="half" idx="10"/>
          </p:nvPr>
        </p:nvSpPr>
        <p:spPr/>
        <p:txBody>
          <a:bodyPr/>
          <a:lstStyle/>
          <a:p>
            <a:fld id="{B1D3F3FB-D36C-1249-AB06-609D13B5A861}" type="datetimeFigureOut">
              <a:rPr lang="en-US" smtClean="0"/>
              <a:t>5/6/2026</a:t>
            </a:fld>
            <a:endParaRPr lang="en-US"/>
          </a:p>
        </p:txBody>
      </p:sp>
      <p:sp>
        <p:nvSpPr>
          <p:cNvPr id="8" name="Footer Placeholder 7">
            <a:extLst>
              <a:ext uri="{FF2B5EF4-FFF2-40B4-BE49-F238E27FC236}">
                <a16:creationId xmlns:a16="http://schemas.microsoft.com/office/drawing/2014/main" id="{0226797F-104C-4D14-76D1-E11B87C2E6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86E6A4-5225-DB53-87A0-7029E16B17A8}"/>
              </a:ext>
            </a:extLst>
          </p:cNvPr>
          <p:cNvSpPr>
            <a:spLocks noGrp="1"/>
          </p:cNvSpPr>
          <p:nvPr>
            <p:ph type="sldNum" sz="quarter" idx="12"/>
          </p:nvPr>
        </p:nvSpPr>
        <p:spPr/>
        <p:txBody>
          <a:bodyPr/>
          <a:lstStyle/>
          <a:p>
            <a:fld id="{02023F2A-3AB2-A040-808B-45D0C395033F}" type="slidenum">
              <a:rPr lang="en-US" smtClean="0"/>
              <a:t>‹#›</a:t>
            </a:fld>
            <a:endParaRPr lang="en-US"/>
          </a:p>
        </p:txBody>
      </p:sp>
    </p:spTree>
    <p:extLst>
      <p:ext uri="{BB962C8B-B14F-4D97-AF65-F5344CB8AC3E}">
        <p14:creationId xmlns:p14="http://schemas.microsoft.com/office/powerpoint/2010/main" val="3321325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D94C2-08A0-1F5B-E37D-4AC6E547EFC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B3CA06-E464-FA59-4901-BFCF9639C57C}"/>
              </a:ext>
            </a:extLst>
          </p:cNvPr>
          <p:cNvSpPr>
            <a:spLocks noGrp="1"/>
          </p:cNvSpPr>
          <p:nvPr>
            <p:ph type="dt" sz="half" idx="10"/>
          </p:nvPr>
        </p:nvSpPr>
        <p:spPr/>
        <p:txBody>
          <a:bodyPr/>
          <a:lstStyle/>
          <a:p>
            <a:fld id="{B1D3F3FB-D36C-1249-AB06-609D13B5A861}" type="datetimeFigureOut">
              <a:rPr lang="en-US" smtClean="0"/>
              <a:t>5/6/2026</a:t>
            </a:fld>
            <a:endParaRPr lang="en-US"/>
          </a:p>
        </p:txBody>
      </p:sp>
      <p:sp>
        <p:nvSpPr>
          <p:cNvPr id="4" name="Footer Placeholder 3">
            <a:extLst>
              <a:ext uri="{FF2B5EF4-FFF2-40B4-BE49-F238E27FC236}">
                <a16:creationId xmlns:a16="http://schemas.microsoft.com/office/drawing/2014/main" id="{6D39E3D3-3D44-997A-E562-0AA04B2EFE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A433E1-A35D-BAE2-758B-C9FEC3D3139F}"/>
              </a:ext>
            </a:extLst>
          </p:cNvPr>
          <p:cNvSpPr>
            <a:spLocks noGrp="1"/>
          </p:cNvSpPr>
          <p:nvPr>
            <p:ph type="sldNum" sz="quarter" idx="12"/>
          </p:nvPr>
        </p:nvSpPr>
        <p:spPr/>
        <p:txBody>
          <a:bodyPr/>
          <a:lstStyle/>
          <a:p>
            <a:fld id="{02023F2A-3AB2-A040-808B-45D0C395033F}" type="slidenum">
              <a:rPr lang="en-US" smtClean="0"/>
              <a:t>‹#›</a:t>
            </a:fld>
            <a:endParaRPr lang="en-US"/>
          </a:p>
        </p:txBody>
      </p:sp>
    </p:spTree>
    <p:extLst>
      <p:ext uri="{BB962C8B-B14F-4D97-AF65-F5344CB8AC3E}">
        <p14:creationId xmlns:p14="http://schemas.microsoft.com/office/powerpoint/2010/main" val="2973050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0B4668-A53A-BA35-174D-07773B20606B}"/>
              </a:ext>
            </a:extLst>
          </p:cNvPr>
          <p:cNvSpPr>
            <a:spLocks noGrp="1"/>
          </p:cNvSpPr>
          <p:nvPr>
            <p:ph type="dt" sz="half" idx="10"/>
          </p:nvPr>
        </p:nvSpPr>
        <p:spPr/>
        <p:txBody>
          <a:bodyPr/>
          <a:lstStyle/>
          <a:p>
            <a:fld id="{B1D3F3FB-D36C-1249-AB06-609D13B5A861}" type="datetimeFigureOut">
              <a:rPr lang="en-US" smtClean="0"/>
              <a:t>5/6/2026</a:t>
            </a:fld>
            <a:endParaRPr lang="en-US"/>
          </a:p>
        </p:txBody>
      </p:sp>
      <p:sp>
        <p:nvSpPr>
          <p:cNvPr id="3" name="Footer Placeholder 2">
            <a:extLst>
              <a:ext uri="{FF2B5EF4-FFF2-40B4-BE49-F238E27FC236}">
                <a16:creationId xmlns:a16="http://schemas.microsoft.com/office/drawing/2014/main" id="{569F6BBF-57D7-DB9E-5452-4115658A41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7C40FCE-C5FE-4513-AA28-0589F1EAEAD5}"/>
              </a:ext>
            </a:extLst>
          </p:cNvPr>
          <p:cNvSpPr>
            <a:spLocks noGrp="1"/>
          </p:cNvSpPr>
          <p:nvPr>
            <p:ph type="sldNum" sz="quarter" idx="12"/>
          </p:nvPr>
        </p:nvSpPr>
        <p:spPr/>
        <p:txBody>
          <a:bodyPr/>
          <a:lstStyle/>
          <a:p>
            <a:fld id="{02023F2A-3AB2-A040-808B-45D0C395033F}" type="slidenum">
              <a:rPr lang="en-US" smtClean="0"/>
              <a:t>‹#›</a:t>
            </a:fld>
            <a:endParaRPr lang="en-US"/>
          </a:p>
        </p:txBody>
      </p:sp>
    </p:spTree>
    <p:extLst>
      <p:ext uri="{BB962C8B-B14F-4D97-AF65-F5344CB8AC3E}">
        <p14:creationId xmlns:p14="http://schemas.microsoft.com/office/powerpoint/2010/main" val="3020319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A752C-E824-BCFD-1B04-C1BA99F85E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B6DAD1-8D25-D9E3-7EE8-FB2CAC050E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62C648-6E0F-B37C-767F-AE119481B0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D2BC62-81EA-E54D-78E2-6BC55B92F38A}"/>
              </a:ext>
            </a:extLst>
          </p:cNvPr>
          <p:cNvSpPr>
            <a:spLocks noGrp="1"/>
          </p:cNvSpPr>
          <p:nvPr>
            <p:ph type="dt" sz="half" idx="10"/>
          </p:nvPr>
        </p:nvSpPr>
        <p:spPr/>
        <p:txBody>
          <a:bodyPr/>
          <a:lstStyle/>
          <a:p>
            <a:fld id="{B1D3F3FB-D36C-1249-AB06-609D13B5A861}" type="datetimeFigureOut">
              <a:rPr lang="en-US" smtClean="0"/>
              <a:t>5/6/2026</a:t>
            </a:fld>
            <a:endParaRPr lang="en-US"/>
          </a:p>
        </p:txBody>
      </p:sp>
      <p:sp>
        <p:nvSpPr>
          <p:cNvPr id="6" name="Footer Placeholder 5">
            <a:extLst>
              <a:ext uri="{FF2B5EF4-FFF2-40B4-BE49-F238E27FC236}">
                <a16:creationId xmlns:a16="http://schemas.microsoft.com/office/drawing/2014/main" id="{A4C3E537-481A-7CF0-F38F-660BE30F9E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AF5916-3B03-79F2-5A2B-F6FDC4EB11C8}"/>
              </a:ext>
            </a:extLst>
          </p:cNvPr>
          <p:cNvSpPr>
            <a:spLocks noGrp="1"/>
          </p:cNvSpPr>
          <p:nvPr>
            <p:ph type="sldNum" sz="quarter" idx="12"/>
          </p:nvPr>
        </p:nvSpPr>
        <p:spPr/>
        <p:txBody>
          <a:bodyPr/>
          <a:lstStyle/>
          <a:p>
            <a:fld id="{02023F2A-3AB2-A040-808B-45D0C395033F}" type="slidenum">
              <a:rPr lang="en-US" smtClean="0"/>
              <a:t>‹#›</a:t>
            </a:fld>
            <a:endParaRPr lang="en-US"/>
          </a:p>
        </p:txBody>
      </p:sp>
    </p:spTree>
    <p:extLst>
      <p:ext uri="{BB962C8B-B14F-4D97-AF65-F5344CB8AC3E}">
        <p14:creationId xmlns:p14="http://schemas.microsoft.com/office/powerpoint/2010/main" val="3738819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6D80C-76BC-7DCE-6106-854770BAAE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1B9C40-80D7-5B98-7667-BF027CE81C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90A9C2D-EC4C-C9EF-6152-49A9B592FC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5DE504-B3F9-8023-CCBD-E9E590DB3B76}"/>
              </a:ext>
            </a:extLst>
          </p:cNvPr>
          <p:cNvSpPr>
            <a:spLocks noGrp="1"/>
          </p:cNvSpPr>
          <p:nvPr>
            <p:ph type="dt" sz="half" idx="10"/>
          </p:nvPr>
        </p:nvSpPr>
        <p:spPr/>
        <p:txBody>
          <a:bodyPr/>
          <a:lstStyle/>
          <a:p>
            <a:fld id="{B1D3F3FB-D36C-1249-AB06-609D13B5A861}" type="datetimeFigureOut">
              <a:rPr lang="en-US" smtClean="0"/>
              <a:t>5/6/2026</a:t>
            </a:fld>
            <a:endParaRPr lang="en-US"/>
          </a:p>
        </p:txBody>
      </p:sp>
      <p:sp>
        <p:nvSpPr>
          <p:cNvPr id="6" name="Footer Placeholder 5">
            <a:extLst>
              <a:ext uri="{FF2B5EF4-FFF2-40B4-BE49-F238E27FC236}">
                <a16:creationId xmlns:a16="http://schemas.microsoft.com/office/drawing/2014/main" id="{808FE7C9-55DC-878F-5D2C-E356B0FBD5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7CD9CA-76C5-EB26-5713-B08C2599C74D}"/>
              </a:ext>
            </a:extLst>
          </p:cNvPr>
          <p:cNvSpPr>
            <a:spLocks noGrp="1"/>
          </p:cNvSpPr>
          <p:nvPr>
            <p:ph type="sldNum" sz="quarter" idx="12"/>
          </p:nvPr>
        </p:nvSpPr>
        <p:spPr/>
        <p:txBody>
          <a:bodyPr/>
          <a:lstStyle/>
          <a:p>
            <a:fld id="{02023F2A-3AB2-A040-808B-45D0C395033F}" type="slidenum">
              <a:rPr lang="en-US" smtClean="0"/>
              <a:t>‹#›</a:t>
            </a:fld>
            <a:endParaRPr lang="en-US"/>
          </a:p>
        </p:txBody>
      </p:sp>
    </p:spTree>
    <p:extLst>
      <p:ext uri="{BB962C8B-B14F-4D97-AF65-F5344CB8AC3E}">
        <p14:creationId xmlns:p14="http://schemas.microsoft.com/office/powerpoint/2010/main" val="2344340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0E02F-51CC-0355-5148-D46874251E0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9E6CBC-E301-FC54-3A32-FEB031097F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EE1C1C-9CB0-B865-6FA0-826DF702CF37}"/>
              </a:ext>
            </a:extLst>
          </p:cNvPr>
          <p:cNvSpPr>
            <a:spLocks noGrp="1"/>
          </p:cNvSpPr>
          <p:nvPr>
            <p:ph type="dt" sz="half" idx="10"/>
          </p:nvPr>
        </p:nvSpPr>
        <p:spPr/>
        <p:txBody>
          <a:bodyPr/>
          <a:lstStyle/>
          <a:p>
            <a:fld id="{B1D3F3FB-D36C-1249-AB06-609D13B5A861}" type="datetimeFigureOut">
              <a:rPr lang="en-US" smtClean="0"/>
              <a:t>5/6/2026</a:t>
            </a:fld>
            <a:endParaRPr lang="en-US"/>
          </a:p>
        </p:txBody>
      </p:sp>
      <p:sp>
        <p:nvSpPr>
          <p:cNvPr id="5" name="Footer Placeholder 4">
            <a:extLst>
              <a:ext uri="{FF2B5EF4-FFF2-40B4-BE49-F238E27FC236}">
                <a16:creationId xmlns:a16="http://schemas.microsoft.com/office/drawing/2014/main" id="{C086B305-B20F-8CDB-595C-ABD4E0E7C8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8336FF-2DCA-17CD-D754-BB90838CC9E5}"/>
              </a:ext>
            </a:extLst>
          </p:cNvPr>
          <p:cNvSpPr>
            <a:spLocks noGrp="1"/>
          </p:cNvSpPr>
          <p:nvPr>
            <p:ph type="sldNum" sz="quarter" idx="12"/>
          </p:nvPr>
        </p:nvSpPr>
        <p:spPr/>
        <p:txBody>
          <a:bodyPr/>
          <a:lstStyle/>
          <a:p>
            <a:fld id="{02023F2A-3AB2-A040-808B-45D0C395033F}" type="slidenum">
              <a:rPr lang="en-US" smtClean="0"/>
              <a:t>‹#›</a:t>
            </a:fld>
            <a:endParaRPr lang="en-US"/>
          </a:p>
        </p:txBody>
      </p:sp>
    </p:spTree>
    <p:extLst>
      <p:ext uri="{BB962C8B-B14F-4D97-AF65-F5344CB8AC3E}">
        <p14:creationId xmlns:p14="http://schemas.microsoft.com/office/powerpoint/2010/main" val="187164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F01057-DC52-3551-539F-1DEE5AF9B1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E41AD1-59F3-8D28-FF3B-D6411134D4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4E776F-332E-8145-54DA-42B126561CDB}"/>
              </a:ext>
            </a:extLst>
          </p:cNvPr>
          <p:cNvSpPr>
            <a:spLocks noGrp="1"/>
          </p:cNvSpPr>
          <p:nvPr>
            <p:ph type="dt" sz="half" idx="10"/>
          </p:nvPr>
        </p:nvSpPr>
        <p:spPr/>
        <p:txBody>
          <a:bodyPr/>
          <a:lstStyle/>
          <a:p>
            <a:fld id="{B1D3F3FB-D36C-1249-AB06-609D13B5A861}" type="datetimeFigureOut">
              <a:rPr lang="en-US" smtClean="0"/>
              <a:t>5/6/2026</a:t>
            </a:fld>
            <a:endParaRPr lang="en-US"/>
          </a:p>
        </p:txBody>
      </p:sp>
      <p:sp>
        <p:nvSpPr>
          <p:cNvPr id="5" name="Footer Placeholder 4">
            <a:extLst>
              <a:ext uri="{FF2B5EF4-FFF2-40B4-BE49-F238E27FC236}">
                <a16:creationId xmlns:a16="http://schemas.microsoft.com/office/drawing/2014/main" id="{ABA21E8B-7146-B4D0-FAC4-34FA418046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02995A-56A7-9883-C1C6-85D241D5640E}"/>
              </a:ext>
            </a:extLst>
          </p:cNvPr>
          <p:cNvSpPr>
            <a:spLocks noGrp="1"/>
          </p:cNvSpPr>
          <p:nvPr>
            <p:ph type="sldNum" sz="quarter" idx="12"/>
          </p:nvPr>
        </p:nvSpPr>
        <p:spPr/>
        <p:txBody>
          <a:bodyPr/>
          <a:lstStyle/>
          <a:p>
            <a:fld id="{02023F2A-3AB2-A040-808B-45D0C395033F}" type="slidenum">
              <a:rPr lang="en-US" smtClean="0"/>
              <a:t>‹#›</a:t>
            </a:fld>
            <a:endParaRPr lang="en-US"/>
          </a:p>
        </p:txBody>
      </p:sp>
    </p:spTree>
    <p:extLst>
      <p:ext uri="{BB962C8B-B14F-4D97-AF65-F5344CB8AC3E}">
        <p14:creationId xmlns:p14="http://schemas.microsoft.com/office/powerpoint/2010/main" val="3187231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69D432-342A-761A-896A-EF205E274F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8767082-7454-20B5-06D5-FFE5E90BCD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DF683D-1516-AC90-4953-57AF10AD93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1D3F3FB-D36C-1249-AB06-609D13B5A861}" type="datetimeFigureOut">
              <a:rPr lang="en-US" smtClean="0"/>
              <a:t>5/6/2026</a:t>
            </a:fld>
            <a:endParaRPr lang="en-US"/>
          </a:p>
        </p:txBody>
      </p:sp>
      <p:sp>
        <p:nvSpPr>
          <p:cNvPr id="5" name="Footer Placeholder 4">
            <a:extLst>
              <a:ext uri="{FF2B5EF4-FFF2-40B4-BE49-F238E27FC236}">
                <a16:creationId xmlns:a16="http://schemas.microsoft.com/office/drawing/2014/main" id="{9182C991-6378-5DDC-26D9-ADB5B104B4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09CAEBF-5E4B-4023-E061-3B2FD3EF0D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023F2A-3AB2-A040-808B-45D0C395033F}" type="slidenum">
              <a:rPr lang="en-US" smtClean="0"/>
              <a:t>‹#›</a:t>
            </a:fld>
            <a:endParaRPr lang="en-US"/>
          </a:p>
        </p:txBody>
      </p:sp>
    </p:spTree>
    <p:extLst>
      <p:ext uri="{BB962C8B-B14F-4D97-AF65-F5344CB8AC3E}">
        <p14:creationId xmlns:p14="http://schemas.microsoft.com/office/powerpoint/2010/main" val="1171121708"/>
      </p:ext>
    </p:extLst>
  </p:cSld>
  <p:clrMap bg1="lt1" tx1="dk1" bg2="lt2" tx2="dk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weather.gov/mob/katrina" TargetMode="External"/><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customXml" Target="../ink/ink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AE5BA-06C8-BEF8-A89F-C4F0F21A085E}"/>
              </a:ext>
            </a:extLst>
          </p:cNvPr>
          <p:cNvSpPr>
            <a:spLocks noGrp="1"/>
          </p:cNvSpPr>
          <p:nvPr>
            <p:ph type="ctrTitle"/>
          </p:nvPr>
        </p:nvSpPr>
        <p:spPr>
          <a:xfrm>
            <a:off x="1524000" y="1019287"/>
            <a:ext cx="9144000" cy="2387600"/>
          </a:xfrm>
        </p:spPr>
        <p:txBody>
          <a:bodyPr>
            <a:normAutofit/>
          </a:bodyPr>
          <a:lstStyle/>
          <a:p>
            <a:r>
              <a:rPr lang="en-US"/>
              <a:t>Analyzing the impact of Hurricane Katrina</a:t>
            </a:r>
          </a:p>
        </p:txBody>
      </p:sp>
      <p:sp>
        <p:nvSpPr>
          <p:cNvPr id="3" name="Subtitle 2">
            <a:extLst>
              <a:ext uri="{FF2B5EF4-FFF2-40B4-BE49-F238E27FC236}">
                <a16:creationId xmlns:a16="http://schemas.microsoft.com/office/drawing/2014/main" id="{039B94A8-F7A9-3C95-A676-5C505034B1D6}"/>
              </a:ext>
            </a:extLst>
          </p:cNvPr>
          <p:cNvSpPr>
            <a:spLocks noGrp="1"/>
          </p:cNvSpPr>
          <p:nvPr>
            <p:ph type="subTitle" idx="1"/>
          </p:nvPr>
        </p:nvSpPr>
        <p:spPr>
          <a:xfrm>
            <a:off x="1524000" y="4182951"/>
            <a:ext cx="9144000" cy="1655762"/>
          </a:xfrm>
        </p:spPr>
        <p:txBody>
          <a:bodyPr/>
          <a:lstStyle/>
          <a:p>
            <a:r>
              <a:rPr lang="en-US"/>
              <a:t>By: Servando Balderas, Ashtyn Aldrete, and Connor McMullen</a:t>
            </a:r>
          </a:p>
        </p:txBody>
      </p:sp>
    </p:spTree>
    <p:extLst>
      <p:ext uri="{BB962C8B-B14F-4D97-AF65-F5344CB8AC3E}">
        <p14:creationId xmlns:p14="http://schemas.microsoft.com/office/powerpoint/2010/main" val="575105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85498-A6F6-03FF-248A-21FCBD3923E3}"/>
              </a:ext>
            </a:extLst>
          </p:cNvPr>
          <p:cNvSpPr>
            <a:spLocks noGrp="1"/>
          </p:cNvSpPr>
          <p:nvPr>
            <p:ph type="title"/>
          </p:nvPr>
        </p:nvSpPr>
        <p:spPr/>
        <p:txBody>
          <a:bodyPr/>
          <a:lstStyle/>
          <a:p>
            <a:r>
              <a:rPr lang="en-US"/>
              <a:t>Research Question &amp; Motivation</a:t>
            </a:r>
          </a:p>
        </p:txBody>
      </p:sp>
      <p:sp>
        <p:nvSpPr>
          <p:cNvPr id="3" name="Content Placeholder 2">
            <a:extLst>
              <a:ext uri="{FF2B5EF4-FFF2-40B4-BE49-F238E27FC236}">
                <a16:creationId xmlns:a16="http://schemas.microsoft.com/office/drawing/2014/main" id="{D46F13FC-9D43-3572-3222-E768C9E47AC7}"/>
              </a:ext>
            </a:extLst>
          </p:cNvPr>
          <p:cNvSpPr>
            <a:spLocks noGrp="1"/>
          </p:cNvSpPr>
          <p:nvPr>
            <p:ph idx="1"/>
          </p:nvPr>
        </p:nvSpPr>
        <p:spPr/>
        <p:txBody>
          <a:bodyPr/>
          <a:lstStyle/>
          <a:p>
            <a:r>
              <a:rPr lang="en-US"/>
              <a:t>How did Hurricane Katrina impact the population of New Orleans, Louisiana?</a:t>
            </a:r>
          </a:p>
          <a:p>
            <a:pPr lvl="1"/>
            <a:r>
              <a:rPr lang="en-US"/>
              <a:t>How much did the population shift?</a:t>
            </a:r>
          </a:p>
          <a:p>
            <a:pPr lvl="1"/>
            <a:r>
              <a:rPr lang="en-US"/>
              <a:t>What was the rate of recovery of New Orleans, LA?</a:t>
            </a:r>
          </a:p>
          <a:p>
            <a:pPr lvl="1"/>
            <a:r>
              <a:rPr lang="en-US"/>
              <a:t>What can be learned from this event?</a:t>
            </a:r>
          </a:p>
          <a:p>
            <a:r>
              <a:rPr lang="en-US"/>
              <a:t>Motivation</a:t>
            </a:r>
          </a:p>
          <a:p>
            <a:pPr lvl="1"/>
            <a:r>
              <a:rPr lang="en-US"/>
              <a:t>Relevance to all who live near the gulf. </a:t>
            </a:r>
          </a:p>
          <a:p>
            <a:pPr lvl="1"/>
            <a:r>
              <a:rPr lang="en-US"/>
              <a:t>The stress of population evacuation.</a:t>
            </a:r>
          </a:p>
          <a:p>
            <a:pPr lvl="1"/>
            <a:r>
              <a:rPr lang="en-US"/>
              <a:t>Relevance to Houston, Texas.</a:t>
            </a:r>
          </a:p>
        </p:txBody>
      </p:sp>
    </p:spTree>
    <p:extLst>
      <p:ext uri="{BB962C8B-B14F-4D97-AF65-F5344CB8AC3E}">
        <p14:creationId xmlns:p14="http://schemas.microsoft.com/office/powerpoint/2010/main" val="3703422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A35DF-8454-7D17-E8CD-E6B08B5E92E6}"/>
              </a:ext>
            </a:extLst>
          </p:cNvPr>
          <p:cNvSpPr>
            <a:spLocks noGrp="1"/>
          </p:cNvSpPr>
          <p:nvPr>
            <p:ph type="title"/>
          </p:nvPr>
        </p:nvSpPr>
        <p:spPr/>
        <p:txBody>
          <a:bodyPr/>
          <a:lstStyle/>
          <a:p>
            <a:r>
              <a:rPr lang="en-US"/>
              <a:t>Data Overview</a:t>
            </a:r>
          </a:p>
        </p:txBody>
      </p:sp>
      <p:sp>
        <p:nvSpPr>
          <p:cNvPr id="5" name="Content Placeholder 4">
            <a:extLst>
              <a:ext uri="{FF2B5EF4-FFF2-40B4-BE49-F238E27FC236}">
                <a16:creationId xmlns:a16="http://schemas.microsoft.com/office/drawing/2014/main" id="{3717A09E-86A7-6D28-C48C-1466DD4BDE5C}"/>
              </a:ext>
            </a:extLst>
          </p:cNvPr>
          <p:cNvSpPr>
            <a:spLocks noGrp="1"/>
          </p:cNvSpPr>
          <p:nvPr>
            <p:ph idx="1"/>
          </p:nvPr>
        </p:nvSpPr>
        <p:spPr>
          <a:xfrm>
            <a:off x="838200" y="1690688"/>
            <a:ext cx="6154271" cy="4351338"/>
          </a:xfrm>
        </p:spPr>
        <p:txBody>
          <a:bodyPr/>
          <a:lstStyle/>
          <a:p>
            <a:r>
              <a:rPr lang="en-US"/>
              <a:t>Two Groups of interest.</a:t>
            </a:r>
          </a:p>
          <a:p>
            <a:pPr lvl="1"/>
            <a:r>
              <a:rPr lang="en-US"/>
              <a:t>New Orleans, LA (Impacted)</a:t>
            </a:r>
          </a:p>
          <a:p>
            <a:pPr lvl="2"/>
            <a:r>
              <a:rPr lang="en-US"/>
              <a:t>Made landfall as a Category 3 storm. </a:t>
            </a:r>
          </a:p>
          <a:p>
            <a:pPr lvl="1"/>
            <a:r>
              <a:rPr lang="en-US"/>
              <a:t>Birmingham, AL (Control)</a:t>
            </a:r>
          </a:p>
          <a:p>
            <a:pPr lvl="2"/>
            <a:r>
              <a:rPr lang="en-US"/>
              <a:t>Reached area as a Tropical Storm.</a:t>
            </a:r>
          </a:p>
          <a:p>
            <a:r>
              <a:rPr lang="en-US"/>
              <a:t>Data focuses on population.</a:t>
            </a:r>
          </a:p>
          <a:p>
            <a:pPr lvl="1"/>
            <a:r>
              <a:rPr lang="en-US"/>
              <a:t>Annual Observations from FRED.</a:t>
            </a:r>
          </a:p>
          <a:p>
            <a:pPr lvl="1"/>
            <a:r>
              <a:rPr lang="en-US"/>
              <a:t>Why population?</a:t>
            </a:r>
          </a:p>
          <a:p>
            <a:pPr lvl="2"/>
            <a:r>
              <a:rPr lang="en-US"/>
              <a:t>Measure displacement effects from Katrina. </a:t>
            </a:r>
          </a:p>
          <a:p>
            <a:pPr lvl="2"/>
            <a:r>
              <a:rPr lang="en-US"/>
              <a:t>Indicator for recovery.</a:t>
            </a:r>
          </a:p>
        </p:txBody>
      </p:sp>
      <p:pic>
        <p:nvPicPr>
          <p:cNvPr id="1026" name="Picture 2">
            <a:extLst>
              <a:ext uri="{FF2B5EF4-FFF2-40B4-BE49-F238E27FC236}">
                <a16:creationId xmlns:a16="http://schemas.microsoft.com/office/drawing/2014/main" id="{5CC32B53-05E9-9621-09B6-FB4E830655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3379" y="1443507"/>
            <a:ext cx="5253018" cy="495914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F68B547-3D52-3350-DB14-33B560FFAE3A}"/>
              </a:ext>
            </a:extLst>
          </p:cNvPr>
          <p:cNvSpPr txBox="1"/>
          <p:nvPr/>
        </p:nvSpPr>
        <p:spPr>
          <a:xfrm>
            <a:off x="7636476" y="6465804"/>
            <a:ext cx="4001608" cy="369332"/>
          </a:xfrm>
          <a:prstGeom prst="rect">
            <a:avLst/>
          </a:prstGeom>
          <a:noFill/>
        </p:spPr>
        <p:txBody>
          <a:bodyPr wrap="none" rtlCol="0">
            <a:spAutoFit/>
          </a:bodyPr>
          <a:lstStyle/>
          <a:p>
            <a:r>
              <a:rPr lang="en-US">
                <a:hlinkClick r:id="rId3"/>
              </a:rPr>
              <a:t>https://www.weather.gov/mob/katrina</a:t>
            </a:r>
            <a:r>
              <a:rPr lang="en-US"/>
              <a:t> </a:t>
            </a:r>
          </a:p>
        </p:txBody>
      </p:sp>
      <mc:AlternateContent xmlns:mc="http://schemas.openxmlformats.org/markup-compatibility/2006">
        <mc:Choice xmlns:p14="http://schemas.microsoft.com/office/powerpoint/2010/main" Requires="p14">
          <p:contentPart p14:bwMode="auto" r:id="rId4">
            <p14:nvContentPartPr>
              <p14:cNvPr id="25" name="Ink 24">
                <a:extLst>
                  <a:ext uri="{FF2B5EF4-FFF2-40B4-BE49-F238E27FC236}">
                    <a16:creationId xmlns:a16="http://schemas.microsoft.com/office/drawing/2014/main" id="{56654363-48CF-524C-585E-B85DF6E76BB7}"/>
                  </a:ext>
                </a:extLst>
              </p14:cNvPr>
              <p14:cNvContentPartPr/>
              <p14:nvPr/>
            </p14:nvContentPartPr>
            <p14:xfrm>
              <a:off x="5375372" y="5639972"/>
              <a:ext cx="23400" cy="360"/>
            </p14:xfrm>
          </p:contentPart>
        </mc:Choice>
        <mc:Fallback>
          <p:pic>
            <p:nvPicPr>
              <p:cNvPr id="25" name="Ink 24">
                <a:extLst>
                  <a:ext uri="{FF2B5EF4-FFF2-40B4-BE49-F238E27FC236}">
                    <a16:creationId xmlns:a16="http://schemas.microsoft.com/office/drawing/2014/main" id="{56654363-48CF-524C-585E-B85DF6E76BB7}"/>
                  </a:ext>
                </a:extLst>
              </p:cNvPr>
              <p:cNvPicPr/>
              <p:nvPr/>
            </p:nvPicPr>
            <p:blipFill>
              <a:blip r:embed="rId5"/>
              <a:stretch>
                <a:fillRect/>
              </a:stretch>
            </p:blipFill>
            <p:spPr>
              <a:xfrm>
                <a:off x="5357372" y="5603972"/>
                <a:ext cx="59040" cy="72000"/>
              </a:xfrm>
              <a:prstGeom prst="rect">
                <a:avLst/>
              </a:prstGeom>
            </p:spPr>
          </p:pic>
        </mc:Fallback>
      </mc:AlternateContent>
    </p:spTree>
    <p:extLst>
      <p:ext uri="{BB962C8B-B14F-4D97-AF65-F5344CB8AC3E}">
        <p14:creationId xmlns:p14="http://schemas.microsoft.com/office/powerpoint/2010/main" val="716633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F20FB-A953-7E8D-AEF0-2C259E5EA283}"/>
              </a:ext>
            </a:extLst>
          </p:cNvPr>
          <p:cNvSpPr>
            <a:spLocks noGrp="1"/>
          </p:cNvSpPr>
          <p:nvPr>
            <p:ph type="title"/>
          </p:nvPr>
        </p:nvSpPr>
        <p:spPr/>
        <p:txBody>
          <a:bodyPr/>
          <a:lstStyle/>
          <a:p>
            <a:r>
              <a:rPr lang="en-US"/>
              <a:t>Key Variables</a:t>
            </a:r>
          </a:p>
        </p:txBody>
      </p:sp>
      <p:graphicFrame>
        <p:nvGraphicFramePr>
          <p:cNvPr id="4" name="Content Placeholder 3">
            <a:extLst>
              <a:ext uri="{FF2B5EF4-FFF2-40B4-BE49-F238E27FC236}">
                <a16:creationId xmlns:a16="http://schemas.microsoft.com/office/drawing/2014/main" id="{14DDE24A-62B1-5757-6DC9-91D71DAC5BD3}"/>
              </a:ext>
            </a:extLst>
          </p:cNvPr>
          <p:cNvGraphicFramePr>
            <a:graphicFrameLocks noGrp="1"/>
          </p:cNvGraphicFramePr>
          <p:nvPr>
            <p:ph idx="1"/>
            <p:extLst>
              <p:ext uri="{D42A27DB-BD31-4B8C-83A1-F6EECF244321}">
                <p14:modId xmlns:p14="http://schemas.microsoft.com/office/powerpoint/2010/main" val="1474721457"/>
              </p:ext>
            </p:extLst>
          </p:nvPr>
        </p:nvGraphicFramePr>
        <p:xfrm>
          <a:off x="5497702" y="1152728"/>
          <a:ext cx="6489357" cy="2604474"/>
        </p:xfrm>
        <a:graphic>
          <a:graphicData uri="http://schemas.openxmlformats.org/drawingml/2006/table">
            <a:tbl>
              <a:tblPr firstRow="1" firstCol="1" bandRow="1">
                <a:tableStyleId>{5C22544A-7EE6-4342-B048-85BDC9FD1C3A}</a:tableStyleId>
              </a:tblPr>
              <a:tblGrid>
                <a:gridCol w="2162659">
                  <a:extLst>
                    <a:ext uri="{9D8B030D-6E8A-4147-A177-3AD203B41FA5}">
                      <a16:colId xmlns:a16="http://schemas.microsoft.com/office/drawing/2014/main" val="4074650898"/>
                    </a:ext>
                  </a:extLst>
                </a:gridCol>
                <a:gridCol w="2163349">
                  <a:extLst>
                    <a:ext uri="{9D8B030D-6E8A-4147-A177-3AD203B41FA5}">
                      <a16:colId xmlns:a16="http://schemas.microsoft.com/office/drawing/2014/main" val="2998322605"/>
                    </a:ext>
                  </a:extLst>
                </a:gridCol>
                <a:gridCol w="2163349">
                  <a:extLst>
                    <a:ext uri="{9D8B030D-6E8A-4147-A177-3AD203B41FA5}">
                      <a16:colId xmlns:a16="http://schemas.microsoft.com/office/drawing/2014/main" val="4248099383"/>
                    </a:ext>
                  </a:extLst>
                </a:gridCol>
              </a:tblGrid>
              <a:tr h="845890">
                <a:tc>
                  <a:txBody>
                    <a:bodyPr/>
                    <a:lstStyle/>
                    <a:p>
                      <a:pPr marL="0" marR="0" algn="ctr">
                        <a:lnSpc>
                          <a:spcPct val="115000"/>
                        </a:lnSpc>
                        <a:spcAft>
                          <a:spcPts val="800"/>
                        </a:spcAft>
                        <a:buNone/>
                      </a:pPr>
                      <a:r>
                        <a:rPr lang="en-US" sz="1100" kern="100">
                          <a:effectLst/>
                        </a:rPr>
                        <a:t>Variable</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100" kern="100">
                          <a:effectLst/>
                        </a:rPr>
                        <a:t>FRED Series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100" kern="100">
                          <a:effectLst/>
                        </a:rPr>
                        <a:t>Description</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81855012"/>
                  </a:ext>
                </a:extLst>
              </a:tr>
              <a:tr h="879292">
                <a:tc>
                  <a:txBody>
                    <a:bodyPr/>
                    <a:lstStyle/>
                    <a:p>
                      <a:pPr marL="0" marR="0" algn="ctr">
                        <a:lnSpc>
                          <a:spcPct val="115000"/>
                        </a:lnSpc>
                        <a:spcAft>
                          <a:spcPts val="800"/>
                        </a:spcAft>
                        <a:buNone/>
                      </a:pPr>
                      <a:r>
                        <a:rPr lang="en-US" sz="1100" kern="100">
                          <a:effectLst/>
                        </a:rPr>
                        <a:t>Resident Population in Orleans Parish, LA</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100" kern="100">
                          <a:effectLst/>
                        </a:rPr>
                        <a:t>LAORLE0POP</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050" kern="100">
                          <a:effectLst/>
                        </a:rPr>
                        <a:t>Annual estimates of the resident population. Thousands of Persons, Not Seasonally Adjusted. </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6564424"/>
                  </a:ext>
                </a:extLst>
              </a:tr>
              <a:tr h="879292">
                <a:tc>
                  <a:txBody>
                    <a:bodyPr/>
                    <a:lstStyle/>
                    <a:p>
                      <a:pPr marL="0" marR="0" algn="ctr">
                        <a:lnSpc>
                          <a:spcPct val="115000"/>
                        </a:lnSpc>
                        <a:spcAft>
                          <a:spcPts val="800"/>
                        </a:spcAft>
                        <a:buNone/>
                      </a:pPr>
                      <a:r>
                        <a:rPr lang="en-US" sz="1100" kern="100">
                          <a:effectLst/>
                        </a:rPr>
                        <a:t>Resident Population in Jefferson County, AL</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100" kern="100">
                          <a:effectLst/>
                        </a:rPr>
                        <a:t>ALJEFF5POP</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050" kern="100">
                          <a:effectLst/>
                        </a:rPr>
                        <a:t>Annual estimates of the resident population. Thousands of Persons, Not Seasonally Adjusted.</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34557480"/>
                  </a:ext>
                </a:extLst>
              </a:tr>
            </a:tbl>
          </a:graphicData>
        </a:graphic>
      </p:graphicFrame>
      <p:sp>
        <p:nvSpPr>
          <p:cNvPr id="6" name="TextBox 5">
            <a:extLst>
              <a:ext uri="{FF2B5EF4-FFF2-40B4-BE49-F238E27FC236}">
                <a16:creationId xmlns:a16="http://schemas.microsoft.com/office/drawing/2014/main" id="{E8306EAF-CDFA-B88D-3F43-D8050A80A11E}"/>
              </a:ext>
            </a:extLst>
          </p:cNvPr>
          <p:cNvSpPr txBox="1"/>
          <p:nvPr/>
        </p:nvSpPr>
        <p:spPr>
          <a:xfrm>
            <a:off x="838200" y="1454186"/>
            <a:ext cx="4659502" cy="5078313"/>
          </a:xfrm>
          <a:prstGeom prst="rect">
            <a:avLst/>
          </a:prstGeom>
          <a:noFill/>
        </p:spPr>
        <p:txBody>
          <a:bodyPr wrap="square" rtlCol="0">
            <a:spAutoFit/>
          </a:bodyPr>
          <a:lstStyle/>
          <a:p>
            <a:pPr marL="285750" indent="-285750">
              <a:buFont typeface="Arial" panose="020B0604020202020204" pitchFamily="34" charset="0"/>
              <a:buChar char="•"/>
            </a:pPr>
            <a:r>
              <a:rPr lang="en-US" sz="2800"/>
              <a:t>Jefferson County, AL as a control group.</a:t>
            </a:r>
          </a:p>
          <a:p>
            <a:pPr marL="742950" lvl="1" indent="-285750">
              <a:buFont typeface="Arial" panose="020B0604020202020204" pitchFamily="34" charset="0"/>
              <a:buChar char="•"/>
            </a:pPr>
            <a:r>
              <a:rPr lang="en-US" sz="2400"/>
              <a:t>Similar population sizes of southern urban area. </a:t>
            </a:r>
          </a:p>
          <a:p>
            <a:pPr marL="742950" lvl="1" indent="-285750">
              <a:buFont typeface="Arial" panose="020B0604020202020204" pitchFamily="34" charset="0"/>
              <a:buChar char="•"/>
            </a:pPr>
            <a:r>
              <a:rPr lang="en-US" sz="2400"/>
              <a:t>Not as affected by Hurricane Katrina directly. </a:t>
            </a:r>
          </a:p>
          <a:p>
            <a:pPr marL="742950" lvl="1" indent="-285750">
              <a:buFont typeface="Arial" panose="020B0604020202020204" pitchFamily="34" charset="0"/>
              <a:buChar char="•"/>
            </a:pPr>
            <a:r>
              <a:rPr lang="en-US" sz="2400"/>
              <a:t>Evacuation movements minimal. </a:t>
            </a:r>
          </a:p>
          <a:p>
            <a:pPr marL="285750" indent="-285750">
              <a:buFont typeface="Arial" panose="020B0604020202020204" pitchFamily="34" charset="0"/>
              <a:buChar char="•"/>
            </a:pPr>
            <a:r>
              <a:rPr lang="en-US" sz="2800"/>
              <a:t> Descriptive Statistics</a:t>
            </a:r>
          </a:p>
          <a:p>
            <a:pPr marL="742950" lvl="1" indent="-285750">
              <a:buFont typeface="Arial" panose="020B0604020202020204" pitchFamily="34" charset="0"/>
              <a:buChar char="•"/>
            </a:pPr>
            <a:r>
              <a:rPr lang="en-US" sz="2400"/>
              <a:t>Sample size</a:t>
            </a:r>
          </a:p>
          <a:p>
            <a:pPr marL="742950" lvl="1" indent="-285750">
              <a:buFont typeface="Arial" panose="020B0604020202020204" pitchFamily="34" charset="0"/>
              <a:buChar char="•"/>
            </a:pPr>
            <a:r>
              <a:rPr lang="en-US" sz="2400"/>
              <a:t>Min/Max</a:t>
            </a:r>
          </a:p>
          <a:p>
            <a:pPr marL="742950" lvl="1" indent="-285750">
              <a:buFont typeface="Arial" panose="020B0604020202020204" pitchFamily="34" charset="0"/>
              <a:buChar char="•"/>
            </a:pPr>
            <a:r>
              <a:rPr lang="en-US" sz="2400"/>
              <a:t>Standard Deviations</a:t>
            </a:r>
          </a:p>
          <a:p>
            <a:pPr marL="285750" indent="-285750">
              <a:buFont typeface="Arial" panose="020B0604020202020204" pitchFamily="34" charset="0"/>
              <a:buChar char="•"/>
            </a:pPr>
            <a:endParaRPr lang="en-US" sz="2400"/>
          </a:p>
        </p:txBody>
      </p:sp>
      <p:pic>
        <p:nvPicPr>
          <p:cNvPr id="3" name="Content Placeholder 3" descr="A screenshot of a number&#10;&#10;AI-generated content may be incorrect.">
            <a:extLst>
              <a:ext uri="{FF2B5EF4-FFF2-40B4-BE49-F238E27FC236}">
                <a16:creationId xmlns:a16="http://schemas.microsoft.com/office/drawing/2014/main" id="{91AB4821-4FC7-FDBC-191A-8C7C41AB1663}"/>
              </a:ext>
            </a:extLst>
          </p:cNvPr>
          <p:cNvPicPr>
            <a:picLocks noChangeAspect="1"/>
          </p:cNvPicPr>
          <p:nvPr/>
        </p:nvPicPr>
        <p:blipFill>
          <a:blip r:embed="rId2"/>
          <a:stretch>
            <a:fillRect/>
          </a:stretch>
        </p:blipFill>
        <p:spPr>
          <a:xfrm>
            <a:off x="5497702" y="4496695"/>
            <a:ext cx="6489357" cy="120857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4127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27238-E9AC-3FA1-22E8-26A70E5BAB28}"/>
              </a:ext>
            </a:extLst>
          </p:cNvPr>
          <p:cNvSpPr>
            <a:spLocks noGrp="1"/>
          </p:cNvSpPr>
          <p:nvPr>
            <p:ph type="title"/>
          </p:nvPr>
        </p:nvSpPr>
        <p:spPr/>
        <p:txBody>
          <a:bodyPr/>
          <a:lstStyle/>
          <a:p>
            <a:r>
              <a:rPr lang="en-US"/>
              <a:t>Exploratory Data Analysis + Time Series</a:t>
            </a:r>
          </a:p>
        </p:txBody>
      </p:sp>
      <p:sp>
        <p:nvSpPr>
          <p:cNvPr id="6" name="TextBox 5">
            <a:extLst>
              <a:ext uri="{FF2B5EF4-FFF2-40B4-BE49-F238E27FC236}">
                <a16:creationId xmlns:a16="http://schemas.microsoft.com/office/drawing/2014/main" id="{6B1B21C5-E206-AE9B-5261-DBAD205A0847}"/>
              </a:ext>
            </a:extLst>
          </p:cNvPr>
          <p:cNvSpPr txBox="1"/>
          <p:nvPr/>
        </p:nvSpPr>
        <p:spPr>
          <a:xfrm>
            <a:off x="752139" y="1690688"/>
            <a:ext cx="4228652" cy="5139869"/>
          </a:xfrm>
          <a:prstGeom prst="rect">
            <a:avLst/>
          </a:prstGeom>
          <a:noFill/>
        </p:spPr>
        <p:txBody>
          <a:bodyPr wrap="square" rtlCol="0">
            <a:spAutoFit/>
          </a:bodyPr>
          <a:lstStyle/>
          <a:p>
            <a:pPr marL="457200" indent="-457200">
              <a:buFont typeface="Arial" panose="020B0604020202020204" pitchFamily="34" charset="0"/>
              <a:buChar char="•"/>
            </a:pPr>
            <a:r>
              <a:rPr lang="en-US" sz="2800"/>
              <a:t>Trends for both counties.</a:t>
            </a:r>
          </a:p>
          <a:p>
            <a:pPr marL="914400" lvl="1" indent="-457200">
              <a:buFont typeface="Arial" panose="020B0604020202020204" pitchFamily="34" charset="0"/>
              <a:buChar char="•"/>
            </a:pPr>
            <a:r>
              <a:rPr lang="en-US" sz="2400"/>
              <a:t>Orlean Parish, LA trends before impact. </a:t>
            </a:r>
          </a:p>
          <a:p>
            <a:pPr marL="914400" lvl="1" indent="-457200">
              <a:buFont typeface="Arial" panose="020B0604020202020204" pitchFamily="34" charset="0"/>
              <a:buChar char="•"/>
            </a:pPr>
            <a:r>
              <a:rPr lang="en-US" sz="2400"/>
              <a:t>Steady trends for Birmingham Proxy.</a:t>
            </a:r>
          </a:p>
          <a:p>
            <a:pPr marL="457200" indent="-457200">
              <a:buFont typeface="Arial" panose="020B0604020202020204" pitchFamily="34" charset="0"/>
              <a:buChar char="•"/>
            </a:pPr>
            <a:r>
              <a:rPr lang="en-US" sz="2400"/>
              <a:t>Impact from Hurricane Katrina.</a:t>
            </a:r>
          </a:p>
          <a:p>
            <a:pPr marL="914400" lvl="1" indent="-457200">
              <a:buFont typeface="Arial" panose="020B0604020202020204" pitchFamily="34" charset="0"/>
              <a:buChar char="•"/>
            </a:pPr>
            <a:r>
              <a:rPr lang="en-US" sz="2400"/>
              <a:t>Outcome from both counties?</a:t>
            </a:r>
          </a:p>
          <a:p>
            <a:r>
              <a:rPr lang="en-US" sz="2400"/>
              <a:t> </a:t>
            </a:r>
          </a:p>
          <a:p>
            <a:pPr marL="457200" indent="-457200">
              <a:buFont typeface="Arial" panose="020B0604020202020204" pitchFamily="34" charset="0"/>
              <a:buChar char="•"/>
            </a:pPr>
            <a:endParaRPr lang="en-US" sz="2800"/>
          </a:p>
          <a:p>
            <a:pPr marL="457200" indent="-457200">
              <a:buFont typeface="Arial" panose="020B0604020202020204" pitchFamily="34" charset="0"/>
              <a:buChar char="•"/>
            </a:pPr>
            <a:endParaRPr lang="en-US" sz="2800"/>
          </a:p>
        </p:txBody>
      </p:sp>
      <p:pic>
        <p:nvPicPr>
          <p:cNvPr id="10" name="Content Placeholder 9" descr="A graph of population levels&#10;&#10;AI-generated content may be incorrect.">
            <a:extLst>
              <a:ext uri="{FF2B5EF4-FFF2-40B4-BE49-F238E27FC236}">
                <a16:creationId xmlns:a16="http://schemas.microsoft.com/office/drawing/2014/main" id="{210BB88E-EEC9-BFC4-666E-D805F91175DF}"/>
              </a:ext>
            </a:extLst>
          </p:cNvPr>
          <p:cNvPicPr>
            <a:picLocks noGrp="1" noChangeAspect="1"/>
          </p:cNvPicPr>
          <p:nvPr>
            <p:ph idx="1"/>
          </p:nvPr>
        </p:nvPicPr>
        <p:blipFill>
          <a:blip r:embed="rId2"/>
          <a:stretch>
            <a:fillRect/>
          </a:stretch>
        </p:blipFill>
        <p:spPr>
          <a:xfrm>
            <a:off x="5066852" y="1690688"/>
            <a:ext cx="6783713" cy="4039740"/>
          </a:xfrm>
        </p:spPr>
      </p:pic>
    </p:spTree>
    <p:extLst>
      <p:ext uri="{BB962C8B-B14F-4D97-AF65-F5344CB8AC3E}">
        <p14:creationId xmlns:p14="http://schemas.microsoft.com/office/powerpoint/2010/main" val="2380350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4863B-6FEC-92B6-2BB4-5E21829D675B}"/>
              </a:ext>
            </a:extLst>
          </p:cNvPr>
          <p:cNvSpPr>
            <a:spLocks noGrp="1"/>
          </p:cNvSpPr>
          <p:nvPr>
            <p:ph type="title"/>
          </p:nvPr>
        </p:nvSpPr>
        <p:spPr/>
        <p:txBody>
          <a:bodyPr/>
          <a:lstStyle/>
          <a:p>
            <a:r>
              <a:rPr lang="en-US"/>
              <a:t>Methodology</a:t>
            </a:r>
          </a:p>
        </p:txBody>
      </p:sp>
      <p:sp>
        <p:nvSpPr>
          <p:cNvPr id="3" name="Content Placeholder 2">
            <a:extLst>
              <a:ext uri="{FF2B5EF4-FFF2-40B4-BE49-F238E27FC236}">
                <a16:creationId xmlns:a16="http://schemas.microsoft.com/office/drawing/2014/main" id="{75A80744-8222-F578-CFC3-1FF4204E4A99}"/>
              </a:ext>
            </a:extLst>
          </p:cNvPr>
          <p:cNvSpPr>
            <a:spLocks noGrp="1"/>
          </p:cNvSpPr>
          <p:nvPr>
            <p:ph idx="1"/>
          </p:nvPr>
        </p:nvSpPr>
        <p:spPr/>
        <p:txBody>
          <a:bodyPr vert="horz" lIns="91440" tIns="45720" rIns="91440" bIns="45720" rtlCol="0" anchor="t">
            <a:normAutofit/>
          </a:bodyPr>
          <a:lstStyle/>
          <a:p>
            <a:r>
              <a:rPr lang="en-US" sz="1600">
                <a:solidFill>
                  <a:srgbClr val="1A1C1F"/>
                </a:solidFill>
              </a:rPr>
              <a:t>Used a </a:t>
            </a:r>
            <a:r>
              <a:rPr lang="en-US" sz="1600" b="1">
                <a:solidFill>
                  <a:srgbClr val="1A1C1F"/>
                </a:solidFill>
              </a:rPr>
              <a:t>Difference-in-Differences (</a:t>
            </a:r>
            <a:r>
              <a:rPr lang="en-US" sz="1600" b="1" err="1">
                <a:solidFill>
                  <a:srgbClr val="1A1C1F"/>
                </a:solidFill>
              </a:rPr>
              <a:t>DiD</a:t>
            </a:r>
            <a:r>
              <a:rPr lang="en-US" sz="1600" b="1">
                <a:solidFill>
                  <a:srgbClr val="1A1C1F"/>
                </a:solidFill>
              </a:rPr>
              <a:t>)</a:t>
            </a:r>
            <a:r>
              <a:rPr lang="en-US" sz="1600">
                <a:solidFill>
                  <a:srgbClr val="1A1C1F"/>
                </a:solidFill>
              </a:rPr>
              <a:t> design to estimate Katrina’s impact on New Orleans population.</a:t>
            </a:r>
            <a:endParaRPr lang="en-US" sz="1600">
              <a:solidFill>
                <a:srgbClr val="000000"/>
              </a:solidFill>
            </a:endParaRPr>
          </a:p>
          <a:p>
            <a:r>
              <a:rPr lang="en-US" sz="1600" b="1">
                <a:solidFill>
                  <a:srgbClr val="1A1C1F"/>
                </a:solidFill>
              </a:rPr>
              <a:t>Treated group:</a:t>
            </a:r>
            <a:r>
              <a:rPr lang="en-US" sz="1600">
                <a:solidFill>
                  <a:srgbClr val="1A1C1F"/>
                </a:solidFill>
              </a:rPr>
              <a:t> Orleans Parish, LA.</a:t>
            </a:r>
            <a:endParaRPr lang="en-US" sz="1600">
              <a:solidFill>
                <a:srgbClr val="000000"/>
              </a:solidFill>
            </a:endParaRPr>
          </a:p>
          <a:p>
            <a:r>
              <a:rPr lang="en-US" sz="1600" b="1">
                <a:solidFill>
                  <a:srgbClr val="1A1C1F"/>
                </a:solidFill>
              </a:rPr>
              <a:t>Control group:</a:t>
            </a:r>
            <a:r>
              <a:rPr lang="en-US" sz="1600">
                <a:solidFill>
                  <a:srgbClr val="1A1C1F"/>
                </a:solidFill>
              </a:rPr>
              <a:t> Jefferson County, AL (Birmingham proxy).</a:t>
            </a:r>
            <a:endParaRPr lang="en-US" sz="1600">
              <a:solidFill>
                <a:srgbClr val="000000"/>
              </a:solidFill>
            </a:endParaRPr>
          </a:p>
          <a:p>
            <a:r>
              <a:rPr lang="en-US" sz="1600" b="1">
                <a:solidFill>
                  <a:srgbClr val="1A1C1F"/>
                </a:solidFill>
              </a:rPr>
              <a:t>Data source:</a:t>
            </a:r>
            <a:r>
              <a:rPr lang="en-US" sz="1600">
                <a:solidFill>
                  <a:srgbClr val="1A1C1F"/>
                </a:solidFill>
              </a:rPr>
              <a:t> FRED annual population series, 1995–2015.</a:t>
            </a:r>
            <a:endParaRPr lang="en-US" sz="1600">
              <a:solidFill>
                <a:srgbClr val="000000"/>
              </a:solidFill>
            </a:endParaRPr>
          </a:p>
          <a:p>
            <a:r>
              <a:rPr lang="en-US" sz="1600" b="1">
                <a:solidFill>
                  <a:srgbClr val="1A1C1F"/>
                </a:solidFill>
              </a:rPr>
              <a:t>Pre-period:</a:t>
            </a:r>
            <a:r>
              <a:rPr lang="en-US" sz="1600">
                <a:solidFill>
                  <a:srgbClr val="1A1C1F"/>
                </a:solidFill>
              </a:rPr>
              <a:t> 1995–2005. </a:t>
            </a:r>
            <a:r>
              <a:rPr lang="en-US" sz="1600" b="1">
                <a:solidFill>
                  <a:srgbClr val="1A1C1F"/>
                </a:solidFill>
              </a:rPr>
              <a:t>Post-period:</a:t>
            </a:r>
            <a:r>
              <a:rPr lang="en-US" sz="1600">
                <a:solidFill>
                  <a:srgbClr val="1A1C1F"/>
                </a:solidFill>
              </a:rPr>
              <a:t> 2006–2015.</a:t>
            </a:r>
            <a:endParaRPr lang="en-US" sz="1600">
              <a:solidFill>
                <a:srgbClr val="000000"/>
              </a:solidFill>
            </a:endParaRPr>
          </a:p>
          <a:p>
            <a:r>
              <a:rPr lang="en-US" sz="1600">
                <a:solidFill>
                  <a:srgbClr val="1A1C1F"/>
                </a:solidFill>
              </a:rPr>
              <a:t>Estimated both:</a:t>
            </a:r>
            <a:endParaRPr lang="en-US" sz="1600">
              <a:solidFill>
                <a:srgbClr val="000000"/>
              </a:solidFill>
            </a:endParaRPr>
          </a:p>
          <a:p>
            <a:pPr lvl="1"/>
            <a:r>
              <a:rPr lang="en-US" sz="1600" b="1">
                <a:solidFill>
                  <a:srgbClr val="1A1C1F"/>
                </a:solidFill>
              </a:rPr>
              <a:t>Levels model</a:t>
            </a:r>
            <a:r>
              <a:rPr lang="en-US" sz="1600">
                <a:solidFill>
                  <a:srgbClr val="1A1C1F"/>
                </a:solidFill>
              </a:rPr>
              <a:t> for resident change</a:t>
            </a:r>
            <a:endParaRPr lang="en-US" sz="1600">
              <a:solidFill>
                <a:srgbClr val="000000"/>
              </a:solidFill>
            </a:endParaRPr>
          </a:p>
          <a:p>
            <a:pPr lvl="1"/>
            <a:r>
              <a:rPr lang="en-US" sz="1600" b="1">
                <a:solidFill>
                  <a:srgbClr val="1A1C1F"/>
                </a:solidFill>
              </a:rPr>
              <a:t>Log model</a:t>
            </a:r>
            <a:r>
              <a:rPr lang="en-US" sz="1600">
                <a:solidFill>
                  <a:srgbClr val="1A1C1F"/>
                </a:solidFill>
              </a:rPr>
              <a:t> for percent change</a:t>
            </a:r>
            <a:endParaRPr lang="en-US" sz="1600">
              <a:solidFill>
                <a:srgbClr val="000000"/>
              </a:solidFill>
            </a:endParaRPr>
          </a:p>
          <a:p>
            <a:r>
              <a:rPr lang="en-US" sz="1600">
                <a:solidFill>
                  <a:srgbClr val="1A1C1F"/>
                </a:solidFill>
              </a:rPr>
              <a:t>Included visual checks:</a:t>
            </a:r>
            <a:endParaRPr lang="en-US" sz="1600">
              <a:solidFill>
                <a:srgbClr val="000000"/>
              </a:solidFill>
            </a:endParaRPr>
          </a:p>
          <a:p>
            <a:pPr lvl="1"/>
            <a:r>
              <a:rPr lang="en-US" sz="1600">
                <a:solidFill>
                  <a:srgbClr val="1A1C1F"/>
                </a:solidFill>
              </a:rPr>
              <a:t>population trend plot</a:t>
            </a:r>
            <a:endParaRPr lang="en-US" sz="1600">
              <a:solidFill>
                <a:srgbClr val="000000"/>
              </a:solidFill>
            </a:endParaRPr>
          </a:p>
          <a:p>
            <a:pPr lvl="1"/>
            <a:r>
              <a:rPr lang="en-US" sz="1600">
                <a:solidFill>
                  <a:srgbClr val="1A1C1F"/>
                </a:solidFill>
              </a:rPr>
              <a:t>indexed 2005 plot</a:t>
            </a:r>
            <a:endParaRPr lang="en-US" sz="1600">
              <a:solidFill>
                <a:srgbClr val="000000"/>
              </a:solidFill>
            </a:endParaRPr>
          </a:p>
          <a:p>
            <a:pPr lvl="1"/>
            <a:r>
              <a:rPr lang="en-US" sz="1600">
                <a:solidFill>
                  <a:srgbClr val="1A1C1F"/>
                </a:solidFill>
              </a:rPr>
              <a:t>event-study-style gap plot</a:t>
            </a:r>
            <a:endParaRPr lang="en-US" sz="1600">
              <a:solidFill>
                <a:srgbClr val="000000"/>
              </a:solidFill>
            </a:endParaRPr>
          </a:p>
          <a:p>
            <a:endParaRPr lang="en-US" sz="1600">
              <a:solidFill>
                <a:srgbClr val="000000"/>
              </a:solidFill>
            </a:endParaRPr>
          </a:p>
        </p:txBody>
      </p:sp>
    </p:spTree>
    <p:extLst>
      <p:ext uri="{BB962C8B-B14F-4D97-AF65-F5344CB8AC3E}">
        <p14:creationId xmlns:p14="http://schemas.microsoft.com/office/powerpoint/2010/main" val="3422092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32B20-3196-F726-A885-C71A463F0705}"/>
              </a:ext>
            </a:extLst>
          </p:cNvPr>
          <p:cNvSpPr>
            <a:spLocks noGrp="1"/>
          </p:cNvSpPr>
          <p:nvPr>
            <p:ph type="title"/>
          </p:nvPr>
        </p:nvSpPr>
        <p:spPr/>
        <p:txBody>
          <a:bodyPr/>
          <a:lstStyle/>
          <a:p>
            <a:r>
              <a:rPr lang="en-US"/>
              <a:t>Main Results</a:t>
            </a:r>
          </a:p>
        </p:txBody>
      </p:sp>
      <p:sp>
        <p:nvSpPr>
          <p:cNvPr id="3" name="Content Placeholder 2">
            <a:extLst>
              <a:ext uri="{FF2B5EF4-FFF2-40B4-BE49-F238E27FC236}">
                <a16:creationId xmlns:a16="http://schemas.microsoft.com/office/drawing/2014/main" id="{5D570EAD-685E-43CC-428C-05FD7F487D6B}"/>
              </a:ext>
            </a:extLst>
          </p:cNvPr>
          <p:cNvSpPr>
            <a:spLocks noGrp="1"/>
          </p:cNvSpPr>
          <p:nvPr>
            <p:ph idx="1"/>
          </p:nvPr>
        </p:nvSpPr>
        <p:spPr/>
        <p:txBody>
          <a:bodyPr vert="horz" lIns="91440" tIns="45720" rIns="91440" bIns="45720" rtlCol="0" anchor="t">
            <a:normAutofit/>
          </a:bodyPr>
          <a:lstStyle/>
          <a:p>
            <a:r>
              <a:rPr lang="en-US"/>
              <a:t>54.13% drop from 2005 to 2006</a:t>
            </a:r>
          </a:p>
          <a:p>
            <a:r>
              <a:rPr lang="en-US" err="1"/>
              <a:t>DiD</a:t>
            </a:r>
            <a:r>
              <a:rPr lang="en-US"/>
              <a:t> effect: -134.458k residents</a:t>
            </a:r>
          </a:p>
          <a:p>
            <a:r>
              <a:rPr lang="en-US"/>
              <a:t>Log effect: -29.32%</a:t>
            </a:r>
          </a:p>
          <a:p>
            <a:r>
              <a:rPr lang="en-US"/>
              <a:t>Recovery by 2015: 85.76% of 2005 level</a:t>
            </a:r>
          </a:p>
          <a:p>
            <a:r>
              <a:rPr lang="en-US"/>
              <a:t>Katrina had a severe long-run population impact</a:t>
            </a:r>
          </a:p>
          <a:p>
            <a:pPr marL="0" indent="0">
              <a:buNone/>
            </a:pPr>
            <a:endParaRPr lang="en-US"/>
          </a:p>
        </p:txBody>
      </p:sp>
    </p:spTree>
    <p:extLst>
      <p:ext uri="{BB962C8B-B14F-4D97-AF65-F5344CB8AC3E}">
        <p14:creationId xmlns:p14="http://schemas.microsoft.com/office/powerpoint/2010/main" val="1963111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D13DB-860B-856C-27E8-65E87C508BFA}"/>
              </a:ext>
            </a:extLst>
          </p:cNvPr>
          <p:cNvSpPr>
            <a:spLocks noGrp="1"/>
          </p:cNvSpPr>
          <p:nvPr>
            <p:ph type="title"/>
          </p:nvPr>
        </p:nvSpPr>
        <p:spPr/>
        <p:txBody>
          <a:bodyPr/>
          <a:lstStyle/>
          <a:p>
            <a:r>
              <a:rPr lang="en-US"/>
              <a:t>Residual / Model Fit</a:t>
            </a:r>
          </a:p>
        </p:txBody>
      </p:sp>
      <p:pic>
        <p:nvPicPr>
          <p:cNvPr id="8" name="Picture 7">
            <a:extLst>
              <a:ext uri="{FF2B5EF4-FFF2-40B4-BE49-F238E27FC236}">
                <a16:creationId xmlns:a16="http://schemas.microsoft.com/office/drawing/2014/main" id="{FA3C1DCD-BD39-935E-2BF3-8D2E4F4477EE}"/>
              </a:ext>
            </a:extLst>
          </p:cNvPr>
          <p:cNvPicPr>
            <a:picLocks noChangeAspect="1"/>
          </p:cNvPicPr>
          <p:nvPr/>
        </p:nvPicPr>
        <p:blipFill>
          <a:blip r:embed="rId2"/>
          <a:stretch>
            <a:fillRect/>
          </a:stretch>
        </p:blipFill>
        <p:spPr>
          <a:xfrm>
            <a:off x="5112699" y="4061766"/>
            <a:ext cx="6829961" cy="1558166"/>
          </a:xfrm>
          <a:prstGeom prst="rect">
            <a:avLst/>
          </a:prstGeom>
        </p:spPr>
      </p:pic>
      <p:sp>
        <p:nvSpPr>
          <p:cNvPr id="10" name="Content Placeholder 9">
            <a:extLst>
              <a:ext uri="{FF2B5EF4-FFF2-40B4-BE49-F238E27FC236}">
                <a16:creationId xmlns:a16="http://schemas.microsoft.com/office/drawing/2014/main" id="{97FC0924-495E-D061-03B0-699D61A75254}"/>
              </a:ext>
            </a:extLst>
          </p:cNvPr>
          <p:cNvSpPr>
            <a:spLocks noGrp="1"/>
          </p:cNvSpPr>
          <p:nvPr>
            <p:ph idx="1"/>
          </p:nvPr>
        </p:nvSpPr>
        <p:spPr>
          <a:xfrm>
            <a:off x="509656" y="1577974"/>
            <a:ext cx="4314135" cy="4351338"/>
          </a:xfrm>
        </p:spPr>
        <p:txBody>
          <a:bodyPr>
            <a:normAutofit fontScale="92500"/>
          </a:bodyPr>
          <a:lstStyle/>
          <a:p>
            <a:r>
              <a:rPr lang="en-US"/>
              <a:t>OLS regression shows all variables to be statistically significant. </a:t>
            </a:r>
          </a:p>
          <a:p>
            <a:r>
              <a:rPr lang="en-US"/>
              <a:t>Adjusted R-Squared shows 89% variability is explained by the independent variables.</a:t>
            </a:r>
          </a:p>
          <a:p>
            <a:r>
              <a:rPr lang="en-US"/>
              <a:t>Post-Katrina population level in Orleans Parish was about -0.347 lower relative to the control group. </a:t>
            </a:r>
          </a:p>
          <a:p>
            <a:endParaRPr lang="en-US"/>
          </a:p>
        </p:txBody>
      </p:sp>
      <p:pic>
        <p:nvPicPr>
          <p:cNvPr id="11" name="Picture 10">
            <a:extLst>
              <a:ext uri="{FF2B5EF4-FFF2-40B4-BE49-F238E27FC236}">
                <a16:creationId xmlns:a16="http://schemas.microsoft.com/office/drawing/2014/main" id="{051B3E9E-8A20-8F04-DC10-4486C4902548}"/>
              </a:ext>
            </a:extLst>
          </p:cNvPr>
          <p:cNvPicPr>
            <a:picLocks noChangeAspect="1"/>
          </p:cNvPicPr>
          <p:nvPr/>
        </p:nvPicPr>
        <p:blipFill>
          <a:blip r:embed="rId3"/>
          <a:stretch>
            <a:fillRect/>
          </a:stretch>
        </p:blipFill>
        <p:spPr>
          <a:xfrm>
            <a:off x="5112699" y="1690688"/>
            <a:ext cx="6868768" cy="2061698"/>
          </a:xfrm>
          <a:prstGeom prst="rect">
            <a:avLst/>
          </a:prstGeom>
        </p:spPr>
      </p:pic>
    </p:spTree>
    <p:extLst>
      <p:ext uri="{BB962C8B-B14F-4D97-AF65-F5344CB8AC3E}">
        <p14:creationId xmlns:p14="http://schemas.microsoft.com/office/powerpoint/2010/main" val="2503924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5DEE8-A4C1-3933-F1D1-52BD8CFD44C9}"/>
              </a:ext>
            </a:extLst>
          </p:cNvPr>
          <p:cNvSpPr>
            <a:spLocks noGrp="1"/>
          </p:cNvSpPr>
          <p:nvPr>
            <p:ph type="title"/>
          </p:nvPr>
        </p:nvSpPr>
        <p:spPr/>
        <p:txBody>
          <a:bodyPr/>
          <a:lstStyle/>
          <a:p>
            <a:r>
              <a:rPr lang="en-US"/>
              <a:t>Limitations</a:t>
            </a:r>
          </a:p>
        </p:txBody>
      </p:sp>
      <p:sp>
        <p:nvSpPr>
          <p:cNvPr id="3" name="Content Placeholder 2">
            <a:extLst>
              <a:ext uri="{FF2B5EF4-FFF2-40B4-BE49-F238E27FC236}">
                <a16:creationId xmlns:a16="http://schemas.microsoft.com/office/drawing/2014/main" id="{E9D0D56A-FF95-ED85-9CD0-ECD874B2A5D2}"/>
              </a:ext>
            </a:extLst>
          </p:cNvPr>
          <p:cNvSpPr>
            <a:spLocks noGrp="1"/>
          </p:cNvSpPr>
          <p:nvPr>
            <p:ph idx="1"/>
          </p:nvPr>
        </p:nvSpPr>
        <p:spPr/>
        <p:txBody>
          <a:bodyPr vert="horz" lIns="91440" tIns="45720" rIns="91440" bIns="45720" rtlCol="0" anchor="t">
            <a:normAutofit lnSpcReduction="10000"/>
          </a:bodyPr>
          <a:lstStyle/>
          <a:p>
            <a:pPr marL="0" indent="0">
              <a:buNone/>
            </a:pPr>
            <a:r>
              <a:rPr lang="en-US"/>
              <a:t>There are several limitations that must be considered within our study. The most significant is the concerns we face with violations of the parallel trends assumption. </a:t>
            </a:r>
          </a:p>
          <a:p>
            <a:pPr marL="0" indent="0">
              <a:buNone/>
            </a:pPr>
            <a:r>
              <a:rPr lang="en-US"/>
              <a:t>For the difference in difference methods to produce estimates we can redeem reliable, the control and treated groups should follow the same trends before the event occurred.  Orleans Parish was already undergoing decline before Katrina occurred while Jefferson County population sustained throughout. Pre-existing divergence means our data is inflated.</a:t>
            </a:r>
          </a:p>
          <a:p>
            <a:pPr marL="0" indent="0">
              <a:buNone/>
            </a:pPr>
            <a:r>
              <a:rPr lang="en-US"/>
              <a:t>Our analysis also used a single control group, which disallows more in depth and correct analysis. </a:t>
            </a:r>
          </a:p>
        </p:txBody>
      </p:sp>
    </p:spTree>
    <p:extLst>
      <p:ext uri="{BB962C8B-B14F-4D97-AF65-F5344CB8AC3E}">
        <p14:creationId xmlns:p14="http://schemas.microsoft.com/office/powerpoint/2010/main" val="209705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6D142-FCE1-1E27-A2DB-D816C836EE04}"/>
              </a:ext>
            </a:extLst>
          </p:cNvPr>
          <p:cNvSpPr>
            <a:spLocks noGrp="1"/>
          </p:cNvSpPr>
          <p:nvPr>
            <p:ph type="title"/>
          </p:nvPr>
        </p:nvSpPr>
        <p:spPr/>
        <p:txBody>
          <a:bodyPr/>
          <a:lstStyle/>
          <a:p>
            <a:r>
              <a:rPr lang="en-US"/>
              <a:t>Practitioner Implications</a:t>
            </a:r>
          </a:p>
        </p:txBody>
      </p:sp>
      <p:sp>
        <p:nvSpPr>
          <p:cNvPr id="3" name="Content Placeholder 2">
            <a:extLst>
              <a:ext uri="{FF2B5EF4-FFF2-40B4-BE49-F238E27FC236}">
                <a16:creationId xmlns:a16="http://schemas.microsoft.com/office/drawing/2014/main" id="{CC018663-0F10-1DA3-DB8D-06ED961F7714}"/>
              </a:ext>
            </a:extLst>
          </p:cNvPr>
          <p:cNvSpPr>
            <a:spLocks noGrp="1"/>
          </p:cNvSpPr>
          <p:nvPr>
            <p:ph idx="1"/>
          </p:nvPr>
        </p:nvSpPr>
        <p:spPr/>
        <p:txBody>
          <a:bodyPr vert="horz" lIns="91440" tIns="45720" rIns="91440" bIns="45720" rtlCol="0" anchor="t">
            <a:normAutofit lnSpcReduction="10000"/>
          </a:bodyPr>
          <a:lstStyle/>
          <a:p>
            <a:r>
              <a:rPr lang="en-US"/>
              <a:t>The findings of this study carry implications practitioners can take heed to. </a:t>
            </a:r>
            <a:br>
              <a:rPr lang="en-US"/>
            </a:br>
            <a:r>
              <a:rPr lang="en-US"/>
              <a:t>A significant source of Katrina's damage came from lackluster infrastructure and poor urban planning prior to Katrina's land fall. Policy makers should account and adjust their urban planning to expect hurricanes and how to mitigate their damage,  without this </a:t>
            </a:r>
            <a:r>
              <a:rPr lang="en-US" err="1"/>
              <a:t>foreberrence</a:t>
            </a:r>
            <a:r>
              <a:rPr lang="en-US"/>
              <a:t>, a similar event is bound to happen in the future.</a:t>
            </a:r>
          </a:p>
          <a:p>
            <a:r>
              <a:rPr lang="en-US"/>
              <a:t>Emergency managers should emphasize pre-distortion planning and pair it with long term recovery strategies that address housing, infrastructure, and economic opportunity to avoid the mass displacement that occurs.</a:t>
            </a:r>
          </a:p>
        </p:txBody>
      </p:sp>
    </p:spTree>
    <p:extLst>
      <p:ext uri="{BB962C8B-B14F-4D97-AF65-F5344CB8AC3E}">
        <p14:creationId xmlns:p14="http://schemas.microsoft.com/office/powerpoint/2010/main" val="3850880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ED508-B400-EF3E-339F-519B34B5776C}"/>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2124E90F-6DFD-9344-F0AB-91EE3A80741F}"/>
              </a:ext>
            </a:extLst>
          </p:cNvPr>
          <p:cNvSpPr>
            <a:spLocks noGrp="1"/>
          </p:cNvSpPr>
          <p:nvPr>
            <p:ph idx="1"/>
          </p:nvPr>
        </p:nvSpPr>
        <p:spPr/>
        <p:txBody>
          <a:bodyPr vert="horz" lIns="91440" tIns="45720" rIns="91440" bIns="45720" rtlCol="0" anchor="t">
            <a:normAutofit/>
          </a:bodyPr>
          <a:lstStyle/>
          <a:p>
            <a:r>
              <a:rPr lang="en-US"/>
              <a:t>This study examined the impact of Hurricane Katrina on the population of Orleans Parish, Louisiana using Jefferson County, Alabama as a control group and a difference in difference research design. The Analysis covered the period from 1995 to 2015.</a:t>
            </a:r>
          </a:p>
          <a:p>
            <a:r>
              <a:rPr lang="en-US"/>
              <a:t> Hurricane Katrina displaced 134,458 people for a total decline of 54.13% between 2005 and 2006. Though recovery has occurred, only 86% of its population pre Katrina. The </a:t>
            </a:r>
            <a:r>
              <a:rPr lang="en-US" err="1"/>
              <a:t>presistent</a:t>
            </a:r>
            <a:r>
              <a:rPr lang="en-US"/>
              <a:t> gap highlights that natural disasters can have a lasting impact on populations if they are not planned for in advance.</a:t>
            </a:r>
          </a:p>
        </p:txBody>
      </p:sp>
    </p:spTree>
    <p:extLst>
      <p:ext uri="{BB962C8B-B14F-4D97-AF65-F5344CB8AC3E}">
        <p14:creationId xmlns:p14="http://schemas.microsoft.com/office/powerpoint/2010/main" val="923914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11</Slides>
  <Notes>0</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Analyzing the impact of Hurricane Katrina</vt:lpstr>
      <vt:lpstr>Research Question &amp; Motivation</vt:lpstr>
      <vt:lpstr>Data Overview</vt:lpstr>
      <vt:lpstr>Key Variables</vt:lpstr>
      <vt:lpstr>Exploratory Data Analysis + Time Series</vt:lpstr>
      <vt:lpstr>Methodology</vt:lpstr>
      <vt:lpstr>Main Results</vt:lpstr>
      <vt:lpstr>Residual / Model Fit</vt:lpstr>
      <vt:lpstr>Limitations</vt:lpstr>
      <vt:lpstr>Practitioner Implications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Balderas, Servando</dc:creator>
  <cp:revision>1</cp:revision>
  <dcterms:created xsi:type="dcterms:W3CDTF">2026-04-23T01:55:45Z</dcterms:created>
  <dcterms:modified xsi:type="dcterms:W3CDTF">2026-05-06T17:58:48Z</dcterms:modified>
</cp:coreProperties>
</file>